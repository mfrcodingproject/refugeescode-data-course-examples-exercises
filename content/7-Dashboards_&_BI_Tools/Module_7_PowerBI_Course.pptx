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  <p:sldId id="271" r:id="rId18"/>
    <p:sldId id="274" r:id="rId19"/>
    <p:sldId id="275" r:id="rId20"/>
    <p:sldId id="276" r:id="rId21"/>
    <p:sldId id="294" r:id="rId22"/>
    <p:sldId id="293" r:id="rId23"/>
    <p:sldId id="277" r:id="rId24"/>
    <p:sldId id="292" r:id="rId25"/>
    <p:sldId id="278" r:id="rId26"/>
    <p:sldId id="279" r:id="rId27"/>
    <p:sldId id="280" r:id="rId28"/>
    <p:sldId id="296" r:id="rId29"/>
    <p:sldId id="281" r:id="rId30"/>
    <p:sldId id="282" r:id="rId31"/>
    <p:sldId id="283" r:id="rId32"/>
    <p:sldId id="284" r:id="rId33"/>
    <p:sldId id="285" r:id="rId34"/>
    <p:sldId id="286" r:id="rId35"/>
    <p:sldId id="295" r:id="rId36"/>
    <p:sldId id="287" r:id="rId37"/>
    <p:sldId id="288" r:id="rId38"/>
    <p:sldId id="297" r:id="rId39"/>
    <p:sldId id="298" r:id="rId40"/>
    <p:sldId id="299" r:id="rId41"/>
    <p:sldId id="304" r:id="rId42"/>
    <p:sldId id="302" r:id="rId43"/>
    <p:sldId id="303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289" r:id="rId53"/>
    <p:sldId id="290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291" r:id="rId6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14FD88-6080-4D3C-83D7-E7FBF23A8DE3}" v="44" dt="2026-05-19T10:16:25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373" autoAdjust="0"/>
  </p:normalViewPr>
  <p:slideViewPr>
    <p:cSldViewPr snapToGrid="0" snapToObjects="1">
      <p:cViewPr varScale="1">
        <p:scale>
          <a:sx n="100" d="100"/>
          <a:sy n="100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va Lilionyte" userId="0de4502a260caf40" providerId="LiveId" clId="{74022330-135D-489E-9893-C0AB8A45EE3C}"/>
    <pc:docChg chg="undo custSel addSld delSld modSld sldOrd">
      <pc:chgData name="Vaiva Lilionyte" userId="0de4502a260caf40" providerId="LiveId" clId="{74022330-135D-489E-9893-C0AB8A45EE3C}" dt="2026-05-19T10:26:46.087" v="380" actId="47"/>
      <pc:docMkLst>
        <pc:docMk/>
      </pc:docMkLst>
      <pc:sldChg chg="addSp delSp modSp mod">
        <pc:chgData name="Vaiva Lilionyte" userId="0de4502a260caf40" providerId="LiveId" clId="{74022330-135D-489E-9893-C0AB8A45EE3C}" dt="2026-05-18T11:07:27.342" v="87" actId="207"/>
        <pc:sldMkLst>
          <pc:docMk/>
          <pc:sldMk cId="0" sldId="276"/>
        </pc:sldMkLst>
        <pc:spChg chg="mod">
          <ac:chgData name="Vaiva Lilionyte" userId="0de4502a260caf40" providerId="LiveId" clId="{74022330-135D-489E-9893-C0AB8A45EE3C}" dt="2026-05-18T10:59:32.799" v="3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0:59:39.191" v="23" actId="20577"/>
          <ac:spMkLst>
            <pc:docMk/>
            <pc:sldMk cId="0" sldId="276"/>
            <ac:spMk id="4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0:59:47.997" v="24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0:59:50.752" v="25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0:59:59.502" v="26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00:00.968" v="28" actId="478"/>
          <ac:spMkLst>
            <pc:docMk/>
            <pc:sldMk cId="0" sldId="276"/>
            <ac:spMk id="8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00:11.538" v="38" actId="478"/>
          <ac:spMkLst>
            <pc:docMk/>
            <pc:sldMk cId="0" sldId="276"/>
            <ac:spMk id="9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00:00.361" v="27" actId="478"/>
          <ac:spMkLst>
            <pc:docMk/>
            <pc:sldMk cId="0" sldId="276"/>
            <ac:spMk id="10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00:02.207" v="30" actId="478"/>
          <ac:spMkLst>
            <pc:docMk/>
            <pc:sldMk cId="0" sldId="276"/>
            <ac:spMk id="11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00:01.655" v="29" actId="478"/>
          <ac:spMkLst>
            <pc:docMk/>
            <pc:sldMk cId="0" sldId="276"/>
            <ac:spMk id="12" creationId="{00000000-0000-0000-0000-000000000000}"/>
          </ac:spMkLst>
        </pc:spChg>
        <pc:spChg chg="del mod">
          <ac:chgData name="Vaiva Lilionyte" userId="0de4502a260caf40" providerId="LiveId" clId="{74022330-135D-489E-9893-C0AB8A45EE3C}" dt="2026-05-18T11:00:04.701" v="32" actId="478"/>
          <ac:spMkLst>
            <pc:docMk/>
            <pc:sldMk cId="0" sldId="276"/>
            <ac:spMk id="13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0:59:59.502" v="26" actId="478"/>
          <ac:spMkLst>
            <pc:docMk/>
            <pc:sldMk cId="0" sldId="276"/>
            <ac:spMk id="14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00:05.654" v="33" actId="478"/>
          <ac:spMkLst>
            <pc:docMk/>
            <pc:sldMk cId="0" sldId="276"/>
            <ac:spMk id="1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00:06.244" v="34" actId="478"/>
          <ac:spMkLst>
            <pc:docMk/>
            <pc:sldMk cId="0" sldId="276"/>
            <ac:spMk id="16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00:08.913" v="37" actId="478"/>
          <ac:spMkLst>
            <pc:docMk/>
            <pc:sldMk cId="0" sldId="276"/>
            <ac:spMk id="17" creationId="{00000000-0000-0000-0000-000000000000}"/>
          </ac:spMkLst>
        </pc:spChg>
        <pc:spChg chg="del mod">
          <ac:chgData name="Vaiva Lilionyte" userId="0de4502a260caf40" providerId="LiveId" clId="{74022330-135D-489E-9893-C0AB8A45EE3C}" dt="2026-05-18T11:00:08.030" v="36" actId="478"/>
          <ac:spMkLst>
            <pc:docMk/>
            <pc:sldMk cId="0" sldId="276"/>
            <ac:spMk id="18" creationId="{00000000-0000-0000-0000-000000000000}"/>
          </ac:spMkLst>
        </pc:spChg>
        <pc:spChg chg="add mod ord">
          <ac:chgData name="Vaiva Lilionyte" userId="0de4502a260caf40" providerId="LiveId" clId="{74022330-135D-489E-9893-C0AB8A45EE3C}" dt="2026-05-18T11:06:43.456" v="79" actId="2085"/>
          <ac:spMkLst>
            <pc:docMk/>
            <pc:sldMk cId="0" sldId="276"/>
            <ac:spMk id="19" creationId="{36AC535D-1448-1D1B-EA69-2CC4F8005CF7}"/>
          </ac:spMkLst>
        </pc:spChg>
        <pc:spChg chg="add mod">
          <ac:chgData name="Vaiva Lilionyte" userId="0de4502a260caf40" providerId="LiveId" clId="{74022330-135D-489E-9893-C0AB8A45EE3C}" dt="2026-05-18T11:00:21.488" v="39"/>
          <ac:spMkLst>
            <pc:docMk/>
            <pc:sldMk cId="0" sldId="276"/>
            <ac:spMk id="20" creationId="{99B826B5-380D-F3A0-A806-AB5239117889}"/>
          </ac:spMkLst>
        </pc:spChg>
        <pc:spChg chg="add mod">
          <ac:chgData name="Vaiva Lilionyte" userId="0de4502a260caf40" providerId="LiveId" clId="{74022330-135D-489E-9893-C0AB8A45EE3C}" dt="2026-05-18T11:00:21.488" v="39"/>
          <ac:spMkLst>
            <pc:docMk/>
            <pc:sldMk cId="0" sldId="276"/>
            <ac:spMk id="21" creationId="{E0012057-0A2E-B912-9BA1-0D1B13917B74}"/>
          </ac:spMkLst>
        </pc:spChg>
        <pc:spChg chg="add mod">
          <ac:chgData name="Vaiva Lilionyte" userId="0de4502a260caf40" providerId="LiveId" clId="{74022330-135D-489E-9893-C0AB8A45EE3C}" dt="2026-05-18T11:06:29.533" v="78" actId="207"/>
          <ac:spMkLst>
            <pc:docMk/>
            <pc:sldMk cId="0" sldId="276"/>
            <ac:spMk id="22" creationId="{869EA57B-24B5-555E-8B9E-89F242BA5AF3}"/>
          </ac:spMkLst>
        </pc:spChg>
        <pc:spChg chg="add mod">
          <ac:chgData name="Vaiva Lilionyte" userId="0de4502a260caf40" providerId="LiveId" clId="{74022330-135D-489E-9893-C0AB8A45EE3C}" dt="2026-05-18T11:07:15.267" v="84" actId="208"/>
          <ac:spMkLst>
            <pc:docMk/>
            <pc:sldMk cId="0" sldId="276"/>
            <ac:spMk id="23" creationId="{8B7E7D1B-ACD1-6B43-410A-17C3747B200A}"/>
          </ac:spMkLst>
        </pc:spChg>
        <pc:spChg chg="add mod">
          <ac:chgData name="Vaiva Lilionyte" userId="0de4502a260caf40" providerId="LiveId" clId="{74022330-135D-489E-9893-C0AB8A45EE3C}" dt="2026-05-18T11:00:21.488" v="39"/>
          <ac:spMkLst>
            <pc:docMk/>
            <pc:sldMk cId="0" sldId="276"/>
            <ac:spMk id="25" creationId="{353B0212-063C-2FB9-A63B-F1444593B5A0}"/>
          </ac:spMkLst>
        </pc:spChg>
        <pc:spChg chg="mod">
          <ac:chgData name="Vaiva Lilionyte" userId="0de4502a260caf40" providerId="LiveId" clId="{74022330-135D-489E-9893-C0AB8A45EE3C}" dt="2026-05-18T11:07:01.821" v="81" actId="207"/>
          <ac:spMkLst>
            <pc:docMk/>
            <pc:sldMk cId="0" sldId="276"/>
            <ac:spMk id="26" creationId="{B87C5898-BE3E-1383-A6FE-6C0604211783}"/>
          </ac:spMkLst>
        </pc:spChg>
        <pc:spChg chg="mod">
          <ac:chgData name="Vaiva Lilionyte" userId="0de4502a260caf40" providerId="LiveId" clId="{74022330-135D-489E-9893-C0AB8A45EE3C}" dt="2026-05-18T11:07:27.342" v="87" actId="207"/>
          <ac:spMkLst>
            <pc:docMk/>
            <pc:sldMk cId="0" sldId="276"/>
            <ac:spMk id="27" creationId="{2CB01E8D-9F3B-3949-098E-5723FEB3405E}"/>
          </ac:spMkLst>
        </pc:spChg>
        <pc:spChg chg="add mod">
          <ac:chgData name="Vaiva Lilionyte" userId="0de4502a260caf40" providerId="LiveId" clId="{74022330-135D-489E-9893-C0AB8A45EE3C}" dt="2026-05-18T11:00:21.488" v="39"/>
          <ac:spMkLst>
            <pc:docMk/>
            <pc:sldMk cId="0" sldId="276"/>
            <ac:spMk id="28" creationId="{1239B56F-257D-BAFA-C2D1-455ACFF2C721}"/>
          </ac:spMkLst>
        </pc:spChg>
        <pc:spChg chg="add mod">
          <ac:chgData name="Vaiva Lilionyte" userId="0de4502a260caf40" providerId="LiveId" clId="{74022330-135D-489E-9893-C0AB8A45EE3C}" dt="2026-05-18T11:00:21.488" v="39"/>
          <ac:spMkLst>
            <pc:docMk/>
            <pc:sldMk cId="0" sldId="276"/>
            <ac:spMk id="29" creationId="{0CA323D6-85D5-B41A-7653-A38504490604}"/>
          </ac:spMkLst>
        </pc:spChg>
        <pc:spChg chg="mod">
          <ac:chgData name="Vaiva Lilionyte" userId="0de4502a260caf40" providerId="LiveId" clId="{74022330-135D-489E-9893-C0AB8A45EE3C}" dt="2026-05-18T11:07:20.614" v="85" actId="207"/>
          <ac:spMkLst>
            <pc:docMk/>
            <pc:sldMk cId="0" sldId="276"/>
            <ac:spMk id="30" creationId="{B6718153-A169-225D-69B8-04F1C601B753}"/>
          </ac:spMkLst>
        </pc:spChg>
        <pc:spChg chg="add mod">
          <ac:chgData name="Vaiva Lilionyte" userId="0de4502a260caf40" providerId="LiveId" clId="{74022330-135D-489E-9893-C0AB8A45EE3C}" dt="2026-05-18T11:00:21.488" v="39"/>
          <ac:spMkLst>
            <pc:docMk/>
            <pc:sldMk cId="0" sldId="276"/>
            <ac:spMk id="31" creationId="{6EB38133-2772-0C16-DD6D-DC7FFFF4CCC1}"/>
          </ac:spMkLst>
        </pc:spChg>
        <pc:spChg chg="add mod">
          <ac:chgData name="Vaiva Lilionyte" userId="0de4502a260caf40" providerId="LiveId" clId="{74022330-135D-489E-9893-C0AB8A45EE3C}" dt="2026-05-18T11:00:21.488" v="39"/>
          <ac:spMkLst>
            <pc:docMk/>
            <pc:sldMk cId="0" sldId="276"/>
            <ac:spMk id="33" creationId="{FF4FED16-C45A-760F-071C-5BF366F9E116}"/>
          </ac:spMkLst>
        </pc:spChg>
      </pc:sldChg>
      <pc:sldChg chg="delSp add del mod setBg">
        <pc:chgData name="Vaiva Lilionyte" userId="0de4502a260caf40" providerId="LiveId" clId="{74022330-135D-489E-9893-C0AB8A45EE3C}" dt="2026-05-19T08:47:12.330" v="363" actId="478"/>
        <pc:sldMkLst>
          <pc:docMk/>
          <pc:sldMk cId="0" sldId="289"/>
        </pc:sldMkLst>
        <pc:spChg chg="del">
          <ac:chgData name="Vaiva Lilionyte" userId="0de4502a260caf40" providerId="LiveId" clId="{74022330-135D-489E-9893-C0AB8A45EE3C}" dt="2026-05-19T08:47:12.330" v="363" actId="478"/>
          <ac:spMkLst>
            <pc:docMk/>
            <pc:sldMk cId="0" sldId="289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44.603" v="344" actId="478"/>
          <ac:spMkLst>
            <pc:docMk/>
            <pc:sldMk cId="0" sldId="289"/>
            <ac:spMk id="30" creationId="{00000000-0000-0000-0000-000000000000}"/>
          </ac:spMkLst>
        </pc:spChg>
      </pc:sldChg>
      <pc:sldChg chg="delSp add del mod setBg">
        <pc:chgData name="Vaiva Lilionyte" userId="0de4502a260caf40" providerId="LiveId" clId="{74022330-135D-489E-9893-C0AB8A45EE3C}" dt="2026-05-19T08:47:18.588" v="364" actId="478"/>
        <pc:sldMkLst>
          <pc:docMk/>
          <pc:sldMk cId="0" sldId="290"/>
        </pc:sldMkLst>
        <pc:spChg chg="del">
          <ac:chgData name="Vaiva Lilionyte" userId="0de4502a260caf40" providerId="LiveId" clId="{74022330-135D-489E-9893-C0AB8A45EE3C}" dt="2026-05-19T08:47:18.588" v="364" actId="478"/>
          <ac:spMkLst>
            <pc:docMk/>
            <pc:sldMk cId="0" sldId="290"/>
            <ac:spMk id="5" creationId="{00000000-0000-0000-0000-000000000000}"/>
          </ac:spMkLst>
        </pc:spChg>
      </pc:sldChg>
      <pc:sldChg chg="addSp delSp modSp mod ord">
        <pc:chgData name="Vaiva Lilionyte" userId="0de4502a260caf40" providerId="LiveId" clId="{74022330-135D-489E-9893-C0AB8A45EE3C}" dt="2026-05-19T08:43:12.727" v="338"/>
        <pc:sldMkLst>
          <pc:docMk/>
          <pc:sldMk cId="0" sldId="291"/>
        </pc:sldMkLst>
        <pc:spChg chg="add del mod">
          <ac:chgData name="Vaiva Lilionyte" userId="0de4502a260caf40" providerId="LiveId" clId="{74022330-135D-489E-9893-C0AB8A45EE3C}" dt="2026-05-18T11:16:29.466" v="161" actId="478"/>
          <ac:spMkLst>
            <pc:docMk/>
            <pc:sldMk cId="0" sldId="291"/>
            <ac:spMk id="4" creationId="{4C67C6C0-4DCD-6019-1071-CCBFFDC346D8}"/>
          </ac:spMkLst>
        </pc:spChg>
        <pc:spChg chg="mod">
          <ac:chgData name="Vaiva Lilionyte" userId="0de4502a260caf40" providerId="LiveId" clId="{74022330-135D-489E-9893-C0AB8A45EE3C}" dt="2026-05-18T11:17:12.857" v="168" actId="20577"/>
          <ac:spMkLst>
            <pc:docMk/>
            <pc:sldMk cId="0" sldId="291"/>
            <ac:spMk id="6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15:48.096" v="157" actId="478"/>
          <ac:spMkLst>
            <pc:docMk/>
            <pc:sldMk cId="0" sldId="291"/>
            <ac:spMk id="7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15:50.061" v="158" actId="478"/>
          <ac:spMkLst>
            <pc:docMk/>
            <pc:sldMk cId="0" sldId="291"/>
            <ac:spMk id="8" creationId="{00000000-0000-0000-0000-000000000000}"/>
          </ac:spMkLst>
        </pc:spChg>
        <pc:spChg chg="add del mod">
          <ac:chgData name="Vaiva Lilionyte" userId="0de4502a260caf40" providerId="LiveId" clId="{74022330-135D-489E-9893-C0AB8A45EE3C}" dt="2026-05-18T11:16:29.466" v="161" actId="478"/>
          <ac:spMkLst>
            <pc:docMk/>
            <pc:sldMk cId="0" sldId="291"/>
            <ac:spMk id="9" creationId="{C4B7E530-829D-A555-56A0-A70D1EEACA53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0" creationId="{43DD8C26-F3A0-CDB5-FC81-5B44028B6A49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1" creationId="{2D2AA006-CD28-C38A-08D7-CCB851186689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2" creationId="{7A5AD40E-1AE8-B2B1-4D31-9D227E0C6109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4" creationId="{7A38E7FA-4766-09FD-96D5-78713C49EB7D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5" creationId="{EFCFC093-69A7-8960-DFC1-79D0C61E5FAA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6" creationId="{4893AE62-D8EA-16FD-8677-4DF5D2A0228F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7" creationId="{681B652D-A9DA-B1CC-1029-F09D63D464C3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8" creationId="{DEEE4750-DE7B-2EE2-F515-E3F185325E22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19" creationId="{5ED2CD85-46AE-0E44-53AA-D292651A018C}"/>
          </ac:spMkLst>
        </pc:spChg>
        <pc:spChg chg="add mod">
          <ac:chgData name="Vaiva Lilionyte" userId="0de4502a260caf40" providerId="LiveId" clId="{74022330-135D-489E-9893-C0AB8A45EE3C}" dt="2026-05-18T11:16:42.751" v="163" actId="1076"/>
          <ac:spMkLst>
            <pc:docMk/>
            <pc:sldMk cId="0" sldId="291"/>
            <ac:spMk id="20" creationId="{95665541-2255-F4AA-01E0-5187FC08F468}"/>
          </ac:spMkLst>
        </pc:spChg>
      </pc:sldChg>
      <pc:sldChg chg="add">
        <pc:chgData name="Vaiva Lilionyte" userId="0de4502a260caf40" providerId="LiveId" clId="{74022330-135D-489E-9893-C0AB8A45EE3C}" dt="2026-05-18T10:59:14.996" v="1" actId="2890"/>
        <pc:sldMkLst>
          <pc:docMk/>
          <pc:sldMk cId="1209101433" sldId="293"/>
        </pc:sldMkLst>
      </pc:sldChg>
      <pc:sldChg chg="addSp delSp modSp add mod">
        <pc:chgData name="Vaiva Lilionyte" userId="0de4502a260caf40" providerId="LiveId" clId="{74022330-135D-489E-9893-C0AB8A45EE3C}" dt="2026-05-18T11:08:39.610" v="109" actId="2085"/>
        <pc:sldMkLst>
          <pc:docMk/>
          <pc:sldMk cId="3025828184" sldId="294"/>
        </pc:sldMkLst>
        <pc:spChg chg="mod">
          <ac:chgData name="Vaiva Lilionyte" userId="0de4502a260caf40" providerId="LiveId" clId="{74022330-135D-489E-9893-C0AB8A45EE3C}" dt="2026-05-18T11:01:16.236" v="69" actId="20577"/>
          <ac:spMkLst>
            <pc:docMk/>
            <pc:sldMk cId="3025828184" sldId="294"/>
            <ac:spMk id="4" creationId="{C0A6DB0B-3025-1980-8861-401B0691ABA2}"/>
          </ac:spMkLst>
        </pc:spChg>
        <pc:spChg chg="mod">
          <ac:chgData name="Vaiva Lilionyte" userId="0de4502a260caf40" providerId="LiveId" clId="{74022330-135D-489E-9893-C0AB8A45EE3C}" dt="2026-05-18T11:07:55.089" v="98" actId="207"/>
          <ac:spMkLst>
            <pc:docMk/>
            <pc:sldMk cId="3025828184" sldId="294"/>
            <ac:spMk id="5" creationId="{1E9D3628-BC53-2196-4021-1B54F2687EB9}"/>
          </ac:spMkLst>
        </pc:spChg>
        <pc:spChg chg="add mod">
          <ac:chgData name="Vaiva Lilionyte" userId="0de4502a260caf40" providerId="LiveId" clId="{74022330-135D-489E-9893-C0AB8A45EE3C}" dt="2026-05-18T11:00:54.480" v="43"/>
          <ac:spMkLst>
            <pc:docMk/>
            <pc:sldMk cId="3025828184" sldId="294"/>
            <ac:spMk id="6" creationId="{1FB7BCD9-56EF-DE2A-DD2D-E397B174E71A}"/>
          </ac:spMkLst>
        </pc:spChg>
        <pc:spChg chg="mod">
          <ac:chgData name="Vaiva Lilionyte" userId="0de4502a260caf40" providerId="LiveId" clId="{74022330-135D-489E-9893-C0AB8A45EE3C}" dt="2026-05-18T11:07:51.675" v="96" actId="207"/>
          <ac:spMkLst>
            <pc:docMk/>
            <pc:sldMk cId="3025828184" sldId="294"/>
            <ac:spMk id="8" creationId="{8B69E75B-F051-E934-5BEA-E78D9CEF4353}"/>
          </ac:spMkLst>
        </pc:spChg>
        <pc:spChg chg="add mod">
          <ac:chgData name="Vaiva Lilionyte" userId="0de4502a260caf40" providerId="LiveId" clId="{74022330-135D-489E-9893-C0AB8A45EE3C}" dt="2026-05-18T11:00:54.480" v="43"/>
          <ac:spMkLst>
            <pc:docMk/>
            <pc:sldMk cId="3025828184" sldId="294"/>
            <ac:spMk id="9" creationId="{D38D14D6-2893-9C99-5679-38CF4B15B42D}"/>
          </ac:spMkLst>
        </pc:spChg>
        <pc:spChg chg="add mod">
          <ac:chgData name="Vaiva Lilionyte" userId="0de4502a260caf40" providerId="LiveId" clId="{74022330-135D-489E-9893-C0AB8A45EE3C}" dt="2026-05-18T11:08:39.610" v="109" actId="2085"/>
          <ac:spMkLst>
            <pc:docMk/>
            <pc:sldMk cId="3025828184" sldId="294"/>
            <ac:spMk id="11" creationId="{D1E43740-2123-1E08-B0B1-541502D7A0B9}"/>
          </ac:spMkLst>
        </pc:spChg>
        <pc:spChg chg="add mod">
          <ac:chgData name="Vaiva Lilionyte" userId="0de4502a260caf40" providerId="LiveId" clId="{74022330-135D-489E-9893-C0AB8A45EE3C}" dt="2026-05-18T11:00:54.480" v="43"/>
          <ac:spMkLst>
            <pc:docMk/>
            <pc:sldMk cId="3025828184" sldId="294"/>
            <ac:spMk id="12" creationId="{558D74E7-5E58-6703-2CDA-9D9FC82C1CE6}"/>
          </ac:spMkLst>
        </pc:spChg>
        <pc:spChg chg="mod">
          <ac:chgData name="Vaiva Lilionyte" userId="0de4502a260caf40" providerId="LiveId" clId="{74022330-135D-489E-9893-C0AB8A45EE3C}" dt="2026-05-18T11:08:07.657" v="101" actId="207"/>
          <ac:spMkLst>
            <pc:docMk/>
            <pc:sldMk cId="3025828184" sldId="294"/>
            <ac:spMk id="14" creationId="{8BD23BDF-7E35-66BC-8739-098F4C44A41A}"/>
          </ac:spMkLst>
        </pc:spChg>
        <pc:spChg chg="add mod">
          <ac:chgData name="Vaiva Lilionyte" userId="0de4502a260caf40" providerId="LiveId" clId="{74022330-135D-489E-9893-C0AB8A45EE3C}" dt="2026-05-18T11:00:54.480" v="43"/>
          <ac:spMkLst>
            <pc:docMk/>
            <pc:sldMk cId="3025828184" sldId="294"/>
            <ac:spMk id="16" creationId="{A7421003-3171-3A55-AFD3-A807F44E5D09}"/>
          </ac:spMkLst>
        </pc:spChg>
        <pc:spChg chg="mod">
          <ac:chgData name="Vaiva Lilionyte" userId="0de4502a260caf40" providerId="LiveId" clId="{74022330-135D-489E-9893-C0AB8A45EE3C}" dt="2026-05-18T11:08:33.071" v="108" actId="2085"/>
          <ac:spMkLst>
            <pc:docMk/>
            <pc:sldMk cId="3025828184" sldId="294"/>
            <ac:spMk id="17" creationId="{348431FC-E68E-1273-240F-01020C8D0156}"/>
          </ac:spMkLst>
        </pc:spChg>
        <pc:spChg chg="add mod">
          <ac:chgData name="Vaiva Lilionyte" userId="0de4502a260caf40" providerId="LiveId" clId="{74022330-135D-489E-9893-C0AB8A45EE3C}" dt="2026-05-18T11:00:54.480" v="43"/>
          <ac:spMkLst>
            <pc:docMk/>
            <pc:sldMk cId="3025828184" sldId="294"/>
            <ac:spMk id="18" creationId="{2E2DA83B-75DE-A6CA-EC58-4DC4A345D7AA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19" creationId="{2E8E0671-C047-991F-4328-68A0CDA277B7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20" creationId="{DA1F12C6-D6BD-A364-2C07-6E357EAC7039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21" creationId="{9804A205-8FAD-53A0-5B92-D077C68CBD02}"/>
          </ac:spMkLst>
        </pc:spChg>
        <pc:spChg chg="del">
          <ac:chgData name="Vaiva Lilionyte" userId="0de4502a260caf40" providerId="LiveId" clId="{74022330-135D-489E-9893-C0AB8A45EE3C}" dt="2026-05-18T11:00:48.339" v="41" actId="478"/>
          <ac:spMkLst>
            <pc:docMk/>
            <pc:sldMk cId="3025828184" sldId="294"/>
            <ac:spMk id="22" creationId="{8E27894E-1A1F-CA2F-A07B-1EB205BCAAFB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24" creationId="{AB6CE7AF-DA85-2654-7580-5CAD01EB7780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25" creationId="{C8DF09F8-01FB-7F01-B2AB-BEEB0A55B84E}"/>
          </ac:spMkLst>
        </pc:spChg>
        <pc:spChg chg="del">
          <ac:chgData name="Vaiva Lilionyte" userId="0de4502a260caf40" providerId="LiveId" clId="{74022330-135D-489E-9893-C0AB8A45EE3C}" dt="2026-05-18T11:00:48.339" v="41" actId="478"/>
          <ac:spMkLst>
            <pc:docMk/>
            <pc:sldMk cId="3025828184" sldId="294"/>
            <ac:spMk id="26" creationId="{06079321-A2B3-7A22-99B0-2FE92B5050F6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27" creationId="{0F5417F9-6043-1958-0232-FC30C3081279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28" creationId="{01FEDFB8-54DB-B571-F3A0-9F9E7F594A1D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29" creationId="{9C0784DB-8921-4E08-2152-D306DC04B217}"/>
          </ac:spMkLst>
        </pc:spChg>
        <pc:spChg chg="del">
          <ac:chgData name="Vaiva Lilionyte" userId="0de4502a260caf40" providerId="LiveId" clId="{74022330-135D-489E-9893-C0AB8A45EE3C}" dt="2026-05-18T11:00:48.339" v="41" actId="478"/>
          <ac:spMkLst>
            <pc:docMk/>
            <pc:sldMk cId="3025828184" sldId="294"/>
            <ac:spMk id="30" creationId="{CDC04B0F-7B30-3729-F30B-8D999B8A04B0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31" creationId="{455EED9D-27A2-672D-E392-56E0C31301F4}"/>
          </ac:spMkLst>
        </pc:spChg>
        <pc:spChg chg="del">
          <ac:chgData name="Vaiva Lilionyte" userId="0de4502a260caf40" providerId="LiveId" clId="{74022330-135D-489E-9893-C0AB8A45EE3C}" dt="2026-05-18T11:00:52.519" v="42" actId="478"/>
          <ac:spMkLst>
            <pc:docMk/>
            <pc:sldMk cId="3025828184" sldId="294"/>
            <ac:spMk id="32" creationId="{F631F14E-F095-9FBE-9E30-082AA90721AC}"/>
          </ac:spMkLst>
        </pc:spChg>
        <pc:spChg chg="del">
          <ac:chgData name="Vaiva Lilionyte" userId="0de4502a260caf40" providerId="LiveId" clId="{74022330-135D-489E-9893-C0AB8A45EE3C}" dt="2026-05-18T11:00:48.339" v="41" actId="478"/>
          <ac:spMkLst>
            <pc:docMk/>
            <pc:sldMk cId="3025828184" sldId="294"/>
            <ac:spMk id="33" creationId="{F88B302F-564F-684A-9D7B-F3E022991EF5}"/>
          </ac:spMkLst>
        </pc:spChg>
        <pc:spChg chg="add mod">
          <ac:chgData name="Vaiva Lilionyte" userId="0de4502a260caf40" providerId="LiveId" clId="{74022330-135D-489E-9893-C0AB8A45EE3C}" dt="2026-05-18T11:08:19.802" v="103" actId="207"/>
          <ac:spMkLst>
            <pc:docMk/>
            <pc:sldMk cId="3025828184" sldId="294"/>
            <ac:spMk id="35" creationId="{F8780279-06F7-7830-FAED-3C2D67BAC3BF}"/>
          </ac:spMkLst>
        </pc:spChg>
        <pc:spChg chg="add mod">
          <ac:chgData name="Vaiva Lilionyte" userId="0de4502a260caf40" providerId="LiveId" clId="{74022330-135D-489E-9893-C0AB8A45EE3C}" dt="2026-05-18T11:00:54.480" v="43"/>
          <ac:spMkLst>
            <pc:docMk/>
            <pc:sldMk cId="3025828184" sldId="294"/>
            <ac:spMk id="37" creationId="{035A52BE-EA26-AE79-2D7E-5907200F2E61}"/>
          </ac:spMkLst>
        </pc:spChg>
        <pc:spChg chg="mod">
          <ac:chgData name="Vaiva Lilionyte" userId="0de4502a260caf40" providerId="LiveId" clId="{74022330-135D-489E-9893-C0AB8A45EE3C}" dt="2026-05-18T11:08:29.093" v="106" actId="2085"/>
          <ac:spMkLst>
            <pc:docMk/>
            <pc:sldMk cId="3025828184" sldId="294"/>
            <ac:spMk id="38" creationId="{3B71663D-2240-F282-C229-C433C8BF6D27}"/>
          </ac:spMkLst>
        </pc:spChg>
        <pc:spChg chg="add mod">
          <ac:chgData name="Vaiva Lilionyte" userId="0de4502a260caf40" providerId="LiveId" clId="{74022330-135D-489E-9893-C0AB8A45EE3C}" dt="2026-05-18T11:08:24.356" v="104" actId="207"/>
          <ac:spMkLst>
            <pc:docMk/>
            <pc:sldMk cId="3025828184" sldId="294"/>
            <ac:spMk id="41" creationId="{1E85AE55-A628-CFB1-5EE3-F49ED557392C}"/>
          </ac:spMkLst>
        </pc:spChg>
        <pc:spChg chg="add mod">
          <ac:chgData name="Vaiva Lilionyte" userId="0de4502a260caf40" providerId="LiveId" clId="{74022330-135D-489E-9893-C0AB8A45EE3C}" dt="2026-05-18T11:00:54.480" v="43"/>
          <ac:spMkLst>
            <pc:docMk/>
            <pc:sldMk cId="3025828184" sldId="294"/>
            <ac:spMk id="42" creationId="{6573CD61-42B6-29CE-6975-F488EE2A85D5}"/>
          </ac:spMkLst>
        </pc:spChg>
      </pc:sldChg>
      <pc:sldChg chg="addSp delSp modSp add mod">
        <pc:chgData name="Vaiva Lilionyte" userId="0de4502a260caf40" providerId="LiveId" clId="{74022330-135D-489E-9893-C0AB8A45EE3C}" dt="2026-05-18T11:11:48.043" v="137" actId="207"/>
        <pc:sldMkLst>
          <pc:docMk/>
          <pc:sldMk cId="2635231321" sldId="295"/>
        </pc:sldMkLst>
        <pc:spChg chg="mod">
          <ac:chgData name="Vaiva Lilionyte" userId="0de4502a260caf40" providerId="LiveId" clId="{74022330-135D-489E-9893-C0AB8A45EE3C}" dt="2026-05-18T11:10:42.962" v="123" actId="207"/>
          <ac:spMkLst>
            <pc:docMk/>
            <pc:sldMk cId="2635231321" sldId="295"/>
            <ac:spMk id="4" creationId="{3D645D23-21E3-C91C-887B-55A2E8BB3054}"/>
          </ac:spMkLst>
        </pc:spChg>
        <pc:spChg chg="mod">
          <ac:chgData name="Vaiva Lilionyte" userId="0de4502a260caf40" providerId="LiveId" clId="{74022330-135D-489E-9893-C0AB8A45EE3C}" dt="2026-05-18T11:11:02.433" v="125"/>
          <ac:spMkLst>
            <pc:docMk/>
            <pc:sldMk cId="2635231321" sldId="295"/>
            <ac:spMk id="5" creationId="{89F805A8-1CFD-2F92-01DD-B5B515910123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6" creationId="{432DC080-C601-B82C-25DA-F12D6D127997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7" creationId="{421EB0AA-6664-B608-8A77-990F78B66984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8" creationId="{33331865-4C76-444D-A1F4-65F0CD2F3B5D}"/>
          </ac:spMkLst>
        </pc:spChg>
        <pc:spChg chg="del">
          <ac:chgData name="Vaiva Lilionyte" userId="0de4502a260caf40" providerId="LiveId" clId="{74022330-135D-489E-9893-C0AB8A45EE3C}" dt="2026-05-18T11:09:35.484" v="111" actId="478"/>
          <ac:spMkLst>
            <pc:docMk/>
            <pc:sldMk cId="2635231321" sldId="295"/>
            <ac:spMk id="9" creationId="{76C89A0F-1892-57A9-5EB4-33E9396161DF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10" creationId="{E78CE599-65AF-8732-09B1-1F337860654E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11" creationId="{DC4A9325-D378-D3ED-8144-371653737839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12" creationId="{11E40A54-FA0D-3329-9C16-4C99CF69E71D}"/>
          </ac:spMkLst>
        </pc:spChg>
        <pc:spChg chg="del">
          <ac:chgData name="Vaiva Lilionyte" userId="0de4502a260caf40" providerId="LiveId" clId="{74022330-135D-489E-9893-C0AB8A45EE3C}" dt="2026-05-18T11:09:35.484" v="111" actId="478"/>
          <ac:spMkLst>
            <pc:docMk/>
            <pc:sldMk cId="2635231321" sldId="295"/>
            <ac:spMk id="13" creationId="{7F179314-053A-0036-001F-05F4C3398118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14" creationId="{FB22E84B-7902-8918-3D94-09E7446772A4}"/>
          </ac:spMkLst>
        </pc:spChg>
        <pc:spChg chg="del">
          <ac:chgData name="Vaiva Lilionyte" userId="0de4502a260caf40" providerId="LiveId" clId="{74022330-135D-489E-9893-C0AB8A45EE3C}" dt="2026-05-18T11:09:35.484" v="111" actId="478"/>
          <ac:spMkLst>
            <pc:docMk/>
            <pc:sldMk cId="2635231321" sldId="295"/>
            <ac:spMk id="15" creationId="{4B7033EE-ADA1-F682-1648-D98FCC0DC309}"/>
          </ac:spMkLst>
        </pc:spChg>
        <pc:spChg chg="del">
          <ac:chgData name="Vaiva Lilionyte" userId="0de4502a260caf40" providerId="LiveId" clId="{74022330-135D-489E-9893-C0AB8A45EE3C}" dt="2026-05-18T11:09:35.484" v="111" actId="478"/>
          <ac:spMkLst>
            <pc:docMk/>
            <pc:sldMk cId="2635231321" sldId="295"/>
            <ac:spMk id="16" creationId="{CD76206A-5D56-BB1C-40B7-A0D7BE57B6E1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17" creationId="{C2F7BE1F-4853-7CCB-E126-8AB023E528C4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18" creationId="{25D1C1DC-1B28-907F-8F8D-741AD8F23962}"/>
          </ac:spMkLst>
        </pc:spChg>
        <pc:spChg chg="del">
          <ac:chgData name="Vaiva Lilionyte" userId="0de4502a260caf40" providerId="LiveId" clId="{74022330-135D-489E-9893-C0AB8A45EE3C}" dt="2026-05-18T11:09:35.484" v="111" actId="478"/>
          <ac:spMkLst>
            <pc:docMk/>
            <pc:sldMk cId="2635231321" sldId="295"/>
            <ac:spMk id="19" creationId="{6305CFE4-9C6C-0DC1-D841-88419FD5B8EE}"/>
          </ac:spMkLst>
        </pc:spChg>
        <pc:spChg chg="del">
          <ac:chgData name="Vaiva Lilionyte" userId="0de4502a260caf40" providerId="LiveId" clId="{74022330-135D-489E-9893-C0AB8A45EE3C}" dt="2026-05-18T11:09:35.484" v="111" actId="478"/>
          <ac:spMkLst>
            <pc:docMk/>
            <pc:sldMk cId="2635231321" sldId="295"/>
            <ac:spMk id="20" creationId="{0DFFC3A5-3C8F-4AE7-01C9-34318384CDC1}"/>
          </ac:spMkLst>
        </pc:spChg>
        <pc:spChg chg="del">
          <ac:chgData name="Vaiva Lilionyte" userId="0de4502a260caf40" providerId="LiveId" clId="{74022330-135D-489E-9893-C0AB8A45EE3C}" dt="2026-05-18T11:09:40.202" v="112" actId="478"/>
          <ac:spMkLst>
            <pc:docMk/>
            <pc:sldMk cId="2635231321" sldId="295"/>
            <ac:spMk id="21" creationId="{E0A53A4A-C65A-CC33-8ED9-55023044F36D}"/>
          </ac:spMkLst>
        </pc:spChg>
        <pc:spChg chg="add del mod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22" creationId="{86F91E2F-6FE8-CBAE-3FEF-2BDFA5B6F4B5}"/>
          </ac:spMkLst>
        </pc:spChg>
        <pc:spChg chg="del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25" creationId="{ED1EBE4C-90E6-65A9-8857-5531433E25CB}"/>
          </ac:spMkLst>
        </pc:spChg>
        <pc:spChg chg="add del mod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26" creationId="{B87633DD-924B-77FE-F5C8-4EEBBFB87DEB}"/>
          </ac:spMkLst>
        </pc:spChg>
        <pc:spChg chg="del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27" creationId="{791313DE-AF85-CEA2-CD85-25D17B72DF10}"/>
          </ac:spMkLst>
        </pc:spChg>
        <pc:spChg chg="del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28" creationId="{06C87A3C-1D3D-D048-906C-1FE2AC2A2E80}"/>
          </ac:spMkLst>
        </pc:spChg>
        <pc:spChg chg="del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30" creationId="{1BA490FC-ABCE-BB3C-1166-0A99F0E3A8D8}"/>
          </ac:spMkLst>
        </pc:spChg>
        <pc:spChg chg="add del mod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31" creationId="{09B3D16D-F1F8-A73D-3AF3-D53D6397068E}"/>
          </ac:spMkLst>
        </pc:spChg>
        <pc:spChg chg="add del mod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32" creationId="{890C2019-B248-5E6E-987C-611C6E87037F}"/>
          </ac:spMkLst>
        </pc:spChg>
        <pc:spChg chg="add del mod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33" creationId="{51BFC18F-DEDC-6395-0EC2-9F05F7B3D0A2}"/>
          </ac:spMkLst>
        </pc:spChg>
        <pc:spChg chg="add del mod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34" creationId="{3613330E-18EC-7970-A6D4-6DE78FD2EF71}"/>
          </ac:spMkLst>
        </pc:spChg>
        <pc:spChg chg="del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36" creationId="{855A2EEC-203C-838D-7C1B-7904B9C76412}"/>
          </ac:spMkLst>
        </pc:spChg>
        <pc:spChg chg="add del mod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37" creationId="{B45CF572-6065-5263-4972-E835BBDA559E}"/>
          </ac:spMkLst>
        </pc:spChg>
        <pc:spChg chg="del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38" creationId="{5D846A1A-A067-49C8-7A71-19CED0EEF744}"/>
          </ac:spMkLst>
        </pc:spChg>
        <pc:spChg chg="del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39" creationId="{2E83215A-A9E8-B5E2-6DD1-26E2AA9B4C1C}"/>
          </ac:spMkLst>
        </pc:spChg>
        <pc:spChg chg="del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40" creationId="{FED956BF-1C3B-FB1C-981E-7ED310230B9B}"/>
          </ac:spMkLst>
        </pc:spChg>
        <pc:spChg chg="del">
          <ac:chgData name="Vaiva Lilionyte" userId="0de4502a260caf40" providerId="LiveId" clId="{74022330-135D-489E-9893-C0AB8A45EE3C}" dt="2026-05-18T11:09:56.079" v="114" actId="478"/>
          <ac:spMkLst>
            <pc:docMk/>
            <pc:sldMk cId="2635231321" sldId="295"/>
            <ac:spMk id="41" creationId="{D84A9B4E-0245-6E88-36B8-7BC038915CA5}"/>
          </ac:spMkLst>
        </pc:spChg>
        <pc:spChg chg="add mod">
          <ac:chgData name="Vaiva Lilionyte" userId="0de4502a260caf40" providerId="LiveId" clId="{74022330-135D-489E-9893-C0AB8A45EE3C}" dt="2026-05-18T11:09:42.151" v="113"/>
          <ac:spMkLst>
            <pc:docMk/>
            <pc:sldMk cId="2635231321" sldId="295"/>
            <ac:spMk id="42" creationId="{BF561FB8-8F1F-4D78-400A-E7C5E1F0FA1B}"/>
          </ac:spMkLst>
        </pc:spChg>
        <pc:spChg chg="add del mod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44" creationId="{E8B6E1FA-FFAE-FF0F-2D36-4BE62D23D168}"/>
          </ac:spMkLst>
        </pc:spChg>
        <pc:spChg chg="add del mod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45" creationId="{BDFCAC2C-2CBD-98E3-70B9-D2A22263B52A}"/>
          </ac:spMkLst>
        </pc:spChg>
        <pc:spChg chg="del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46" creationId="{7C0136C9-3A17-87F8-B49F-2BD4D26A64EB}"/>
          </ac:spMkLst>
        </pc:spChg>
        <pc:spChg chg="del">
          <ac:chgData name="Vaiva Lilionyte" userId="0de4502a260caf40" providerId="LiveId" clId="{74022330-135D-489E-9893-C0AB8A45EE3C}" dt="2026-05-18T11:09:59.065" v="115" actId="478"/>
          <ac:spMkLst>
            <pc:docMk/>
            <pc:sldMk cId="2635231321" sldId="295"/>
            <ac:spMk id="49" creationId="{F185D039-B792-795A-6693-9825229E3B38}"/>
          </ac:spMkLst>
        </pc:spChg>
        <pc:spChg chg="add mod">
          <ac:chgData name="Vaiva Lilionyte" userId="0de4502a260caf40" providerId="LiveId" clId="{74022330-135D-489E-9893-C0AB8A45EE3C}" dt="2026-05-18T11:11:21.692" v="129" actId="207"/>
          <ac:spMkLst>
            <pc:docMk/>
            <pc:sldMk cId="2635231321" sldId="295"/>
            <ac:spMk id="50" creationId="{141D1AA1-418F-EEDF-EA6E-C7AB2655EC8B}"/>
          </ac:spMkLst>
        </pc:spChg>
        <pc:spChg chg="add mod">
          <ac:chgData name="Vaiva Lilionyte" userId="0de4502a260caf40" providerId="LiveId" clId="{74022330-135D-489E-9893-C0AB8A45EE3C}" dt="2026-05-18T11:10:09.866" v="116"/>
          <ac:spMkLst>
            <pc:docMk/>
            <pc:sldMk cId="2635231321" sldId="295"/>
            <ac:spMk id="51" creationId="{1D200EA6-BA94-8223-E44D-481D8880C6A0}"/>
          </ac:spMkLst>
        </pc:spChg>
        <pc:spChg chg="add mod">
          <ac:chgData name="Vaiva Lilionyte" userId="0de4502a260caf40" providerId="LiveId" clId="{74022330-135D-489E-9893-C0AB8A45EE3C}" dt="2026-05-18T11:10:09.866" v="116"/>
          <ac:spMkLst>
            <pc:docMk/>
            <pc:sldMk cId="2635231321" sldId="295"/>
            <ac:spMk id="52" creationId="{E1B2E7B4-95D0-252E-2772-5961C48D2CBF}"/>
          </ac:spMkLst>
        </pc:spChg>
        <pc:spChg chg="mod">
          <ac:chgData name="Vaiva Lilionyte" userId="0de4502a260caf40" providerId="LiveId" clId="{74022330-135D-489E-9893-C0AB8A45EE3C}" dt="2026-05-18T11:11:17.652" v="127" actId="207"/>
          <ac:spMkLst>
            <pc:docMk/>
            <pc:sldMk cId="2635231321" sldId="295"/>
            <ac:spMk id="53" creationId="{5A5DE2E4-B540-5D8F-DCE2-728971BB22E8}"/>
          </ac:spMkLst>
        </pc:spChg>
        <pc:spChg chg="add mod">
          <ac:chgData name="Vaiva Lilionyte" userId="0de4502a260caf40" providerId="LiveId" clId="{74022330-135D-489E-9893-C0AB8A45EE3C}" dt="2026-05-18T11:11:33.316" v="132" actId="207"/>
          <ac:spMkLst>
            <pc:docMk/>
            <pc:sldMk cId="2635231321" sldId="295"/>
            <ac:spMk id="54" creationId="{5C6149E0-1E2D-391A-62E9-938C0D949FC3}"/>
          </ac:spMkLst>
        </pc:spChg>
        <pc:spChg chg="add mod">
          <ac:chgData name="Vaiva Lilionyte" userId="0de4502a260caf40" providerId="LiveId" clId="{74022330-135D-489E-9893-C0AB8A45EE3C}" dt="2026-05-18T11:10:09.866" v="116"/>
          <ac:spMkLst>
            <pc:docMk/>
            <pc:sldMk cId="2635231321" sldId="295"/>
            <ac:spMk id="55" creationId="{28A1A82B-3708-CBC9-68B7-1B91803ACDB6}"/>
          </ac:spMkLst>
        </pc:spChg>
        <pc:spChg chg="add mod">
          <ac:chgData name="Vaiva Lilionyte" userId="0de4502a260caf40" providerId="LiveId" clId="{74022330-135D-489E-9893-C0AB8A45EE3C}" dt="2026-05-18T11:11:28.988" v="130" actId="207"/>
          <ac:spMkLst>
            <pc:docMk/>
            <pc:sldMk cId="2635231321" sldId="295"/>
            <ac:spMk id="57" creationId="{9723D4F8-73D6-3B82-5091-0DB7B392D8FA}"/>
          </ac:spMkLst>
        </pc:spChg>
        <pc:spChg chg="add mod">
          <ac:chgData name="Vaiva Lilionyte" userId="0de4502a260caf40" providerId="LiveId" clId="{74022330-135D-489E-9893-C0AB8A45EE3C}" dt="2026-05-18T11:11:48.043" v="137" actId="207"/>
          <ac:spMkLst>
            <pc:docMk/>
            <pc:sldMk cId="2635231321" sldId="295"/>
            <ac:spMk id="58" creationId="{3DFC1031-30E1-1171-281D-E7A65DF78995}"/>
          </ac:spMkLst>
        </pc:spChg>
        <pc:spChg chg="add mod">
          <ac:chgData name="Vaiva Lilionyte" userId="0de4502a260caf40" providerId="LiveId" clId="{74022330-135D-489E-9893-C0AB8A45EE3C}" dt="2026-05-18T11:10:09.866" v="116"/>
          <ac:spMkLst>
            <pc:docMk/>
            <pc:sldMk cId="2635231321" sldId="295"/>
            <ac:spMk id="60" creationId="{BA6DC2FF-4976-41AF-DBA7-CF144902AEAD}"/>
          </ac:spMkLst>
        </pc:spChg>
        <pc:spChg chg="add mod">
          <ac:chgData name="Vaiva Lilionyte" userId="0de4502a260caf40" providerId="LiveId" clId="{74022330-135D-489E-9893-C0AB8A45EE3C}" dt="2026-05-18T11:11:45.030" v="135" actId="2085"/>
          <ac:spMkLst>
            <pc:docMk/>
            <pc:sldMk cId="2635231321" sldId="295"/>
            <ac:spMk id="61" creationId="{DD52C119-1314-C603-1816-7F4D61ACEDA5}"/>
          </ac:spMkLst>
        </pc:spChg>
        <pc:spChg chg="add mod">
          <ac:chgData name="Vaiva Lilionyte" userId="0de4502a260caf40" providerId="LiveId" clId="{74022330-135D-489E-9893-C0AB8A45EE3C}" dt="2026-05-18T11:10:09.866" v="116"/>
          <ac:spMkLst>
            <pc:docMk/>
            <pc:sldMk cId="2635231321" sldId="295"/>
            <ac:spMk id="63" creationId="{F9B86FB3-AE06-8F29-14E9-5948DEEC3747}"/>
          </ac:spMkLst>
        </pc:spChg>
        <pc:picChg chg="add del">
          <ac:chgData name="Vaiva Lilionyte" userId="0de4502a260caf40" providerId="LiveId" clId="{74022330-135D-489E-9893-C0AB8A45EE3C}" dt="2026-05-18T11:10:27.743" v="121" actId="22"/>
          <ac:picMkLst>
            <pc:docMk/>
            <pc:sldMk cId="2635231321" sldId="295"/>
            <ac:picMk id="65" creationId="{28F272A8-321A-1DBA-106B-776EE1C8C1A2}"/>
          </ac:picMkLst>
        </pc:picChg>
      </pc:sldChg>
      <pc:sldChg chg="addSp delSp modSp add mod">
        <pc:chgData name="Vaiva Lilionyte" userId="0de4502a260caf40" providerId="LiveId" clId="{74022330-135D-489E-9893-C0AB8A45EE3C}" dt="2026-05-18T11:13:17.426" v="151" actId="207"/>
        <pc:sldMkLst>
          <pc:docMk/>
          <pc:sldMk cId="770039741" sldId="296"/>
        </pc:sldMkLst>
        <pc:spChg chg="mod">
          <ac:chgData name="Vaiva Lilionyte" userId="0de4502a260caf40" providerId="LiveId" clId="{74022330-135D-489E-9893-C0AB8A45EE3C}" dt="2026-05-18T11:13:17.426" v="151" actId="207"/>
          <ac:spMkLst>
            <pc:docMk/>
            <pc:sldMk cId="770039741" sldId="296"/>
            <ac:spMk id="4" creationId="{83ACFCAC-DA3F-9E7F-6263-04B97ABF3AAD}"/>
          </ac:spMkLst>
        </pc:spChg>
        <pc:spChg chg="del">
          <ac:chgData name="Vaiva Lilionyte" userId="0de4502a260caf40" providerId="LiveId" clId="{74022330-135D-489E-9893-C0AB8A45EE3C}" dt="2026-05-18T11:12:43.280" v="141" actId="478"/>
          <ac:spMkLst>
            <pc:docMk/>
            <pc:sldMk cId="770039741" sldId="296"/>
            <ac:spMk id="5" creationId="{D4206034-601F-4A3C-180A-247E26B51660}"/>
          </ac:spMkLst>
        </pc:spChg>
        <pc:spChg chg="del">
          <ac:chgData name="Vaiva Lilionyte" userId="0de4502a260caf40" providerId="LiveId" clId="{74022330-135D-489E-9893-C0AB8A45EE3C}" dt="2026-05-18T11:12:49.003" v="146" actId="478"/>
          <ac:spMkLst>
            <pc:docMk/>
            <pc:sldMk cId="770039741" sldId="296"/>
            <ac:spMk id="6" creationId="{3FE3E686-90CC-A299-5391-9D81051CE0B1}"/>
          </ac:spMkLst>
        </pc:spChg>
        <pc:spChg chg="del mod">
          <ac:chgData name="Vaiva Lilionyte" userId="0de4502a260caf40" providerId="LiveId" clId="{74022330-135D-489E-9893-C0AB8A45EE3C}" dt="2026-05-18T11:12:50.996" v="148" actId="478"/>
          <ac:spMkLst>
            <pc:docMk/>
            <pc:sldMk cId="770039741" sldId="296"/>
            <ac:spMk id="7" creationId="{170A15CB-B866-73F4-C790-87437934E238}"/>
          </ac:spMkLst>
        </pc:spChg>
        <pc:spChg chg="del">
          <ac:chgData name="Vaiva Lilionyte" userId="0de4502a260caf40" providerId="LiveId" clId="{74022330-135D-489E-9893-C0AB8A45EE3C}" dt="2026-05-18T11:12:42.322" v="140" actId="478"/>
          <ac:spMkLst>
            <pc:docMk/>
            <pc:sldMk cId="770039741" sldId="296"/>
            <ac:spMk id="8" creationId="{06213512-FB02-3055-460D-CAF0E0DCE359}"/>
          </ac:spMkLst>
        </pc:spChg>
        <pc:spChg chg="del">
          <ac:chgData name="Vaiva Lilionyte" userId="0de4502a260caf40" providerId="LiveId" clId="{74022330-135D-489E-9893-C0AB8A45EE3C}" dt="2026-05-18T11:12:43.846" v="142" actId="478"/>
          <ac:spMkLst>
            <pc:docMk/>
            <pc:sldMk cId="770039741" sldId="296"/>
            <ac:spMk id="10" creationId="{2CEEE802-9DA6-C978-4DA5-56FB5724D2EE}"/>
          </ac:spMkLst>
        </pc:spChg>
        <pc:spChg chg="del">
          <ac:chgData name="Vaiva Lilionyte" userId="0de4502a260caf40" providerId="LiveId" clId="{74022330-135D-489E-9893-C0AB8A45EE3C}" dt="2026-05-18T11:12:44.528" v="143" actId="478"/>
          <ac:spMkLst>
            <pc:docMk/>
            <pc:sldMk cId="770039741" sldId="296"/>
            <ac:spMk id="11" creationId="{533A710E-8F8C-51C2-58B1-9157A79B418C}"/>
          </ac:spMkLst>
        </pc:spChg>
        <pc:spChg chg="del">
          <ac:chgData name="Vaiva Lilionyte" userId="0de4502a260caf40" providerId="LiveId" clId="{74022330-135D-489E-9893-C0AB8A45EE3C}" dt="2026-05-18T11:12:47.928" v="145" actId="478"/>
          <ac:spMkLst>
            <pc:docMk/>
            <pc:sldMk cId="770039741" sldId="296"/>
            <ac:spMk id="12" creationId="{A106D450-4B06-FA23-2561-54247D1C0B13}"/>
          </ac:spMkLst>
        </pc:spChg>
        <pc:spChg chg="del">
          <ac:chgData name="Vaiva Lilionyte" userId="0de4502a260caf40" providerId="LiveId" clId="{74022330-135D-489E-9893-C0AB8A45EE3C}" dt="2026-05-18T11:12:45.265" v="144" actId="478"/>
          <ac:spMkLst>
            <pc:docMk/>
            <pc:sldMk cId="770039741" sldId="296"/>
            <ac:spMk id="13" creationId="{16569DC0-63B4-C268-A3CB-DCC9985D02D2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19" creationId="{C07795C9-8AD2-ED1D-7AA9-32936FAE0824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20" creationId="{7C5F5856-BE89-BC04-7474-87C3C60052E0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21" creationId="{B38D03CC-72B5-3719-7893-F5F5B6103CCA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24" creationId="{BE1145FD-7D20-13CA-1A5E-40DBC354237F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26" creationId="{E39C03EE-7E0F-ACF2-9085-5C85A002995A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28" creationId="{7C58B716-3FC1-10F5-3BEC-26CF8C7048EC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30" creationId="{298A78D0-2610-9808-FF05-25A6DF299A1B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31" creationId="{047DEA53-E17B-DC6D-609D-EEE1AEC0C7E3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32" creationId="{EEA4AC2B-260A-877B-24F7-D8ADE0104AA5}"/>
          </ac:spMkLst>
        </pc:spChg>
        <pc:spChg chg="del">
          <ac:chgData name="Vaiva Lilionyte" userId="0de4502a260caf40" providerId="LiveId" clId="{74022330-135D-489E-9893-C0AB8A45EE3C}" dt="2026-05-18T11:12:40.091" v="139" actId="478"/>
          <ac:spMkLst>
            <pc:docMk/>
            <pc:sldMk cId="770039741" sldId="296"/>
            <ac:spMk id="34" creationId="{BE961AB2-AF9E-FF35-AAF7-503B48292D25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36" creationId="{DD7BD544-DCA1-96DB-F999-4896A34E01F5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37" creationId="{8A06CFD3-14D0-7EF7-49ED-9E374048D048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38" creationId="{5FB9EE51-5D4C-2698-48B9-67421ED6C93D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46" creationId="{F437A28B-41BF-EAC1-4B29-DE878DCEE64A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48" creationId="{465C50FE-8914-CC64-60BA-F9BA1D1D43B7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51" creationId="{B6A1B2E0-566C-9DFF-E65B-82D585C4E659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53" creationId="{4CD43FC7-5484-4FCA-9EE3-F18C1A9A4421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57" creationId="{2253FBE5-DCC8-692B-2A84-3904AB92B2A4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58" creationId="{FEBBAED6-8A0B-9AD5-6D19-8535017CF04E}"/>
          </ac:spMkLst>
        </pc:spChg>
        <pc:spChg chg="add mod">
          <ac:chgData name="Vaiva Lilionyte" userId="0de4502a260caf40" providerId="LiveId" clId="{74022330-135D-489E-9893-C0AB8A45EE3C}" dt="2026-05-18T11:13:01.551" v="149"/>
          <ac:spMkLst>
            <pc:docMk/>
            <pc:sldMk cId="770039741" sldId="296"/>
            <ac:spMk id="62" creationId="{A03B8724-55BD-F70E-A2DF-AAE6E64A9569}"/>
          </ac:spMkLst>
        </pc:spChg>
      </pc:sldChg>
      <pc:sldChg chg="delSp modSp add mod ord setBg">
        <pc:chgData name="Vaiva Lilionyte" userId="0de4502a260caf40" providerId="LiveId" clId="{74022330-135D-489E-9893-C0AB8A45EE3C}" dt="2026-05-18T11:27:32.443" v="276" actId="478"/>
        <pc:sldMkLst>
          <pc:docMk/>
          <pc:sldMk cId="0" sldId="297"/>
        </pc:sldMkLst>
        <pc:spChg chg="mod">
          <ac:chgData name="Vaiva Lilionyte" userId="0de4502a260caf40" providerId="LiveId" clId="{74022330-135D-489E-9893-C0AB8A45EE3C}" dt="2026-05-18T11:24:07.233" v="259" actId="20577"/>
          <ac:spMkLst>
            <pc:docMk/>
            <pc:sldMk cId="0" sldId="297"/>
            <ac:spMk id="4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7:06.364" v="270" actId="478"/>
          <ac:spMkLst>
            <pc:docMk/>
            <pc:sldMk cId="0" sldId="297"/>
            <ac:spMk id="31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27:13.633" v="271" actId="1076"/>
          <ac:spMkLst>
            <pc:docMk/>
            <pc:sldMk cId="0" sldId="297"/>
            <ac:spMk id="36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27:17.591" v="272" actId="1076"/>
          <ac:spMkLst>
            <pc:docMk/>
            <pc:sldMk cId="0" sldId="297"/>
            <ac:spMk id="38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7:27.047" v="275" actId="478"/>
          <ac:spMkLst>
            <pc:docMk/>
            <pc:sldMk cId="0" sldId="297"/>
            <ac:spMk id="39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7:32.443" v="276" actId="478"/>
          <ac:spMkLst>
            <pc:docMk/>
            <pc:sldMk cId="0" sldId="297"/>
            <ac:spMk id="40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27:21.600" v="273" actId="1076"/>
          <ac:spMkLst>
            <pc:docMk/>
            <pc:sldMk cId="0" sldId="297"/>
            <ac:spMk id="41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27:25.973" v="274" actId="1076"/>
          <ac:spMkLst>
            <pc:docMk/>
            <pc:sldMk cId="0" sldId="297"/>
            <ac:spMk id="43" creationId="{00000000-0000-0000-0000-000000000000}"/>
          </ac:spMkLst>
        </pc:spChg>
      </pc:sldChg>
      <pc:sldChg chg="delSp modSp add mod ord setBg">
        <pc:chgData name="Vaiva Lilionyte" userId="0de4502a260caf40" providerId="LiveId" clId="{74022330-135D-489E-9893-C0AB8A45EE3C}" dt="2026-05-18T11:30:54.285" v="288" actId="1076"/>
        <pc:sldMkLst>
          <pc:docMk/>
          <pc:sldMk cId="0" sldId="298"/>
        </pc:sldMkLst>
        <pc:spChg chg="mod">
          <ac:chgData name="Vaiva Lilionyte" userId="0de4502a260caf40" providerId="LiveId" clId="{74022330-135D-489E-9893-C0AB8A45EE3C}" dt="2026-05-18T11:24:12.755" v="261" actId="20577"/>
          <ac:spMkLst>
            <pc:docMk/>
            <pc:sldMk cId="0" sldId="298"/>
            <ac:spMk id="4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8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9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12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13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14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16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17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18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21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22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24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25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26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29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31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43.356" v="287" actId="1076"/>
          <ac:spMkLst>
            <pc:docMk/>
            <pc:sldMk cId="0" sldId="298"/>
            <ac:spMk id="32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33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39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42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0:54.285" v="288" actId="1076"/>
          <ac:spMkLst>
            <pc:docMk/>
            <pc:sldMk cId="0" sldId="298"/>
            <ac:spMk id="44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26:21.893" v="269" actId="1076"/>
          <ac:spMkLst>
            <pc:docMk/>
            <pc:sldMk cId="0" sldId="298"/>
            <ac:spMk id="48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50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52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54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5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56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57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59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60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62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26:15.966" v="268" actId="478"/>
          <ac:spMkLst>
            <pc:docMk/>
            <pc:sldMk cId="0" sldId="298"/>
            <ac:spMk id="65" creationId="{00000000-0000-0000-0000-000000000000}"/>
          </ac:spMkLst>
        </pc:spChg>
      </pc:sldChg>
      <pc:sldChg chg="addSp delSp modSp add mod">
        <pc:chgData name="Vaiva Lilionyte" userId="0de4502a260caf40" providerId="LiveId" clId="{74022330-135D-489E-9893-C0AB8A45EE3C}" dt="2026-05-18T11:31:40.731" v="295" actId="1076"/>
        <pc:sldMkLst>
          <pc:docMk/>
          <pc:sldMk cId="189564652" sldId="299"/>
        </pc:sldMkLst>
        <pc:spChg chg="mod">
          <ac:chgData name="Vaiva Lilionyte" userId="0de4502a260caf40" providerId="LiveId" clId="{74022330-135D-489E-9893-C0AB8A45EE3C}" dt="2026-05-18T11:24:19.860" v="265" actId="1076"/>
          <ac:spMkLst>
            <pc:docMk/>
            <pc:sldMk cId="189564652" sldId="299"/>
            <ac:spMk id="2" creationId="{D46063BB-7DD4-7315-2284-A3390EEEBE8E}"/>
          </ac:spMkLst>
        </pc:spChg>
        <pc:spChg chg="mod">
          <ac:chgData name="Vaiva Lilionyte" userId="0de4502a260caf40" providerId="LiveId" clId="{74022330-135D-489E-9893-C0AB8A45EE3C}" dt="2026-05-18T11:24:22.379" v="267" actId="20577"/>
          <ac:spMkLst>
            <pc:docMk/>
            <pc:sldMk cId="189564652" sldId="299"/>
            <ac:spMk id="4" creationId="{116B02AF-7A5E-9402-14F3-9BC1BA798F60}"/>
          </ac:spMkLst>
        </pc:spChg>
        <pc:spChg chg="del">
          <ac:chgData name="Vaiva Lilionyte" userId="0de4502a260caf40" providerId="LiveId" clId="{74022330-135D-489E-9893-C0AB8A45EE3C}" dt="2026-05-18T11:17:47.785" v="170" actId="478"/>
          <ac:spMkLst>
            <pc:docMk/>
            <pc:sldMk cId="189564652" sldId="299"/>
            <ac:spMk id="5" creationId="{86F029F3-D831-5E88-6DCB-09BEFC3B7EC3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7" creationId="{C75BF7F2-ADF1-1A2A-9AFE-E1E26054F261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10" creationId="{2ED6893C-95EB-D3F5-7CE8-D6BBC4F8A6F5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16" creationId="{9F8E9624-C4DA-F526-89D2-5989B7297CE6}"/>
          </ac:spMkLst>
        </pc:spChg>
        <pc:spChg chg="del">
          <ac:chgData name="Vaiva Lilionyte" userId="0de4502a260caf40" providerId="LiveId" clId="{74022330-135D-489E-9893-C0AB8A45EE3C}" dt="2026-05-18T11:18:14.678" v="178" actId="478"/>
          <ac:spMkLst>
            <pc:docMk/>
            <pc:sldMk cId="189564652" sldId="299"/>
            <ac:spMk id="18" creationId="{BA38CF74-DC5A-5C50-F9A0-79BF0B9E6CA5}"/>
          </ac:spMkLst>
        </pc:spChg>
        <pc:spChg chg="del">
          <ac:chgData name="Vaiva Lilionyte" userId="0de4502a260caf40" providerId="LiveId" clId="{74022330-135D-489E-9893-C0AB8A45EE3C}" dt="2026-05-18T11:18:14.009" v="177" actId="478"/>
          <ac:spMkLst>
            <pc:docMk/>
            <pc:sldMk cId="189564652" sldId="299"/>
            <ac:spMk id="19" creationId="{A35EF7D5-309A-40D7-8A49-A969C6F23D51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22" creationId="{79C7C178-0B07-BE5C-73CA-D18E2346B432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23" creationId="{F5BC1B35-5CA3-CB22-298D-335F2BE69F2C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27" creationId="{5EE451C4-7D77-C5A8-FFF5-72A43910DB0F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28" creationId="{38FCFD79-EB51-39B9-8EE4-05C845DC8B86}"/>
          </ac:spMkLst>
        </pc:spChg>
        <pc:spChg chg="del">
          <ac:chgData name="Vaiva Lilionyte" userId="0de4502a260caf40" providerId="LiveId" clId="{74022330-135D-489E-9893-C0AB8A45EE3C}" dt="2026-05-18T11:18:12.391" v="176" actId="478"/>
          <ac:spMkLst>
            <pc:docMk/>
            <pc:sldMk cId="189564652" sldId="299"/>
            <ac:spMk id="32" creationId="{3C8FC7C7-F8AC-EBF9-D2F5-33359A2AB03A}"/>
          </ac:spMkLst>
        </pc:spChg>
        <pc:spChg chg="del">
          <ac:chgData name="Vaiva Lilionyte" userId="0de4502a260caf40" providerId="LiveId" clId="{74022330-135D-489E-9893-C0AB8A45EE3C}" dt="2026-05-18T11:18:16.316" v="179" actId="478"/>
          <ac:spMkLst>
            <pc:docMk/>
            <pc:sldMk cId="189564652" sldId="299"/>
            <ac:spMk id="33" creationId="{261CA867-8776-83B7-E29E-3C167FEC0FCA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35" creationId="{B7C0B64C-3042-C138-B14E-B5871D7A07B7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37" creationId="{5624AF00-F662-E78A-1642-AFF08F06372D}"/>
          </ac:spMkLst>
        </pc:spChg>
        <pc:spChg chg="del">
          <ac:chgData name="Vaiva Lilionyte" userId="0de4502a260caf40" providerId="LiveId" clId="{74022330-135D-489E-9893-C0AB8A45EE3C}" dt="2026-05-18T11:17:56.474" v="172" actId="478"/>
          <ac:spMkLst>
            <pc:docMk/>
            <pc:sldMk cId="189564652" sldId="299"/>
            <ac:spMk id="39" creationId="{5FEE3DDC-E9A9-A489-628A-68E825620843}"/>
          </ac:spMkLst>
        </pc:spChg>
        <pc:spChg chg="del">
          <ac:chgData name="Vaiva Lilionyte" userId="0de4502a260caf40" providerId="LiveId" clId="{74022330-135D-489E-9893-C0AB8A45EE3C}" dt="2026-05-18T11:18:11.411" v="175" actId="478"/>
          <ac:spMkLst>
            <pc:docMk/>
            <pc:sldMk cId="189564652" sldId="299"/>
            <ac:spMk id="46" creationId="{21759DFC-3E6C-ED3D-D4BE-F656002E7D5A}"/>
          </ac:spMkLst>
        </pc:spChg>
        <pc:spChg chg="del">
          <ac:chgData name="Vaiva Lilionyte" userId="0de4502a260caf40" providerId="LiveId" clId="{74022330-135D-489E-9893-C0AB8A45EE3C}" dt="2026-05-18T11:18:17.694" v="180" actId="478"/>
          <ac:spMkLst>
            <pc:docMk/>
            <pc:sldMk cId="189564652" sldId="299"/>
            <ac:spMk id="47" creationId="{C411DD06-7676-5DDD-03E6-14E2CB91BE94}"/>
          </ac:spMkLst>
        </pc:spChg>
        <pc:spChg chg="mod">
          <ac:chgData name="Vaiva Lilionyte" userId="0de4502a260caf40" providerId="LiveId" clId="{74022330-135D-489E-9893-C0AB8A45EE3C}" dt="2026-05-18T11:18:06.099" v="174" actId="1076"/>
          <ac:spMkLst>
            <pc:docMk/>
            <pc:sldMk cId="189564652" sldId="299"/>
            <ac:spMk id="48" creationId="{CA27F3CD-9033-211A-1483-ADC291AC1593}"/>
          </ac:spMkLst>
        </pc:spChg>
        <pc:spChg chg="mod">
          <ac:chgData name="Vaiva Lilionyte" userId="0de4502a260caf40" providerId="LiveId" clId="{74022330-135D-489E-9893-C0AB8A45EE3C}" dt="2026-05-18T11:20:53.734" v="218" actId="1076"/>
          <ac:spMkLst>
            <pc:docMk/>
            <pc:sldMk cId="189564652" sldId="299"/>
            <ac:spMk id="49" creationId="{1A4ECC5E-A838-8D1B-A027-0C8C4045B1A7}"/>
          </ac:spMkLst>
        </pc:spChg>
        <pc:spChg chg="mod">
          <ac:chgData name="Vaiva Lilionyte" userId="0de4502a260caf40" providerId="LiveId" clId="{74022330-135D-489E-9893-C0AB8A45EE3C}" dt="2026-05-18T11:31:07.857" v="289" actId="1076"/>
          <ac:spMkLst>
            <pc:docMk/>
            <pc:sldMk cId="189564652" sldId="299"/>
            <ac:spMk id="50" creationId="{E268EBC5-4C7B-4981-B232-1FCC60524370}"/>
          </ac:spMkLst>
        </pc:spChg>
        <pc:spChg chg="mod">
          <ac:chgData name="Vaiva Lilionyte" userId="0de4502a260caf40" providerId="LiveId" clId="{74022330-135D-489E-9893-C0AB8A45EE3C}" dt="2026-05-18T11:31:07.857" v="289" actId="1076"/>
          <ac:spMkLst>
            <pc:docMk/>
            <pc:sldMk cId="189564652" sldId="299"/>
            <ac:spMk id="51" creationId="{DEF39A36-5385-2D63-57DA-B223AC8D7503}"/>
          </ac:spMkLst>
        </pc:spChg>
        <pc:spChg chg="mod">
          <ac:chgData name="Vaiva Lilionyte" userId="0de4502a260caf40" providerId="LiveId" clId="{74022330-135D-489E-9893-C0AB8A45EE3C}" dt="2026-05-18T11:31:07.857" v="289" actId="1076"/>
          <ac:spMkLst>
            <pc:docMk/>
            <pc:sldMk cId="189564652" sldId="299"/>
            <ac:spMk id="52" creationId="{375CB6F6-5F11-9BFE-2FC4-AC0EBFA33354}"/>
          </ac:spMkLst>
        </pc:spChg>
        <pc:spChg chg="mod">
          <ac:chgData name="Vaiva Lilionyte" userId="0de4502a260caf40" providerId="LiveId" clId="{74022330-135D-489E-9893-C0AB8A45EE3C}" dt="2026-05-18T11:21:20.779" v="226" actId="1076"/>
          <ac:spMkLst>
            <pc:docMk/>
            <pc:sldMk cId="189564652" sldId="299"/>
            <ac:spMk id="53" creationId="{33BF792E-4BB9-5813-0A8F-0FCB27CEC71A}"/>
          </ac:spMkLst>
        </pc:spChg>
        <pc:spChg chg="mod">
          <ac:chgData name="Vaiva Lilionyte" userId="0de4502a260caf40" providerId="LiveId" clId="{74022330-135D-489E-9893-C0AB8A45EE3C}" dt="2026-05-18T11:31:40.731" v="295" actId="1076"/>
          <ac:spMkLst>
            <pc:docMk/>
            <pc:sldMk cId="189564652" sldId="299"/>
            <ac:spMk id="54" creationId="{01A2DF7F-C738-82F3-589D-94DAD0D0E0E8}"/>
          </ac:spMkLst>
        </pc:spChg>
        <pc:spChg chg="mod">
          <ac:chgData name="Vaiva Lilionyte" userId="0de4502a260caf40" providerId="LiveId" clId="{74022330-135D-489E-9893-C0AB8A45EE3C}" dt="2026-05-18T11:31:40.731" v="295" actId="1076"/>
          <ac:spMkLst>
            <pc:docMk/>
            <pc:sldMk cId="189564652" sldId="299"/>
            <ac:spMk id="55" creationId="{BFB22829-62DD-A8D8-B071-A5A247611E63}"/>
          </ac:spMkLst>
        </pc:spChg>
        <pc:spChg chg="mod">
          <ac:chgData name="Vaiva Lilionyte" userId="0de4502a260caf40" providerId="LiveId" clId="{74022330-135D-489E-9893-C0AB8A45EE3C}" dt="2026-05-18T11:31:40.731" v="295" actId="1076"/>
          <ac:spMkLst>
            <pc:docMk/>
            <pc:sldMk cId="189564652" sldId="299"/>
            <ac:spMk id="56" creationId="{CE646031-A40B-7C0F-94BF-52257C40A1B0}"/>
          </ac:spMkLst>
        </pc:spChg>
        <pc:spChg chg="del mod">
          <ac:chgData name="Vaiva Lilionyte" userId="0de4502a260caf40" providerId="LiveId" clId="{74022330-135D-489E-9893-C0AB8A45EE3C}" dt="2026-05-18T11:28:39.848" v="278" actId="478"/>
          <ac:spMkLst>
            <pc:docMk/>
            <pc:sldMk cId="189564652" sldId="299"/>
            <ac:spMk id="57" creationId="{CC08EC8F-DD89-E1BC-7CE9-9D9F2F5739B9}"/>
          </ac:spMkLst>
        </pc:spChg>
        <pc:spChg chg="del">
          <ac:chgData name="Vaiva Lilionyte" userId="0de4502a260caf40" providerId="LiveId" clId="{74022330-135D-489E-9893-C0AB8A45EE3C}" dt="2026-05-18T11:21:47.174" v="232" actId="478"/>
          <ac:spMkLst>
            <pc:docMk/>
            <pc:sldMk cId="189564652" sldId="299"/>
            <ac:spMk id="58" creationId="{5CDBDAED-618A-7E50-FDB2-EC6383D1F40B}"/>
          </ac:spMkLst>
        </pc:spChg>
        <pc:spChg chg="mod">
          <ac:chgData name="Vaiva Lilionyte" userId="0de4502a260caf40" providerId="LiveId" clId="{74022330-135D-489E-9893-C0AB8A45EE3C}" dt="2026-05-18T11:31:26.158" v="293" actId="1076"/>
          <ac:spMkLst>
            <pc:docMk/>
            <pc:sldMk cId="189564652" sldId="299"/>
            <ac:spMk id="59" creationId="{171B2656-667D-9FF9-4C93-2E294CA93585}"/>
          </ac:spMkLst>
        </pc:spChg>
        <pc:spChg chg="mod">
          <ac:chgData name="Vaiva Lilionyte" userId="0de4502a260caf40" providerId="LiveId" clId="{74022330-135D-489E-9893-C0AB8A45EE3C}" dt="2026-05-18T11:31:26.158" v="293" actId="1076"/>
          <ac:spMkLst>
            <pc:docMk/>
            <pc:sldMk cId="189564652" sldId="299"/>
            <ac:spMk id="60" creationId="{859E5CB5-F1B6-155D-1B42-C971DE4D66BE}"/>
          </ac:spMkLst>
        </pc:spChg>
        <pc:spChg chg="mod">
          <ac:chgData name="Vaiva Lilionyte" userId="0de4502a260caf40" providerId="LiveId" clId="{74022330-135D-489E-9893-C0AB8A45EE3C}" dt="2026-05-18T11:31:40.731" v="295" actId="1076"/>
          <ac:spMkLst>
            <pc:docMk/>
            <pc:sldMk cId="189564652" sldId="299"/>
            <ac:spMk id="61" creationId="{ECD7F5FC-06C5-CF2A-DDE2-1A8E83C37C36}"/>
          </ac:spMkLst>
        </pc:spChg>
        <pc:spChg chg="del">
          <ac:chgData name="Vaiva Lilionyte" userId="0de4502a260caf40" providerId="LiveId" clId="{74022330-135D-489E-9893-C0AB8A45EE3C}" dt="2026-05-18T11:22:55.201" v="246" actId="478"/>
          <ac:spMkLst>
            <pc:docMk/>
            <pc:sldMk cId="189564652" sldId="299"/>
            <ac:spMk id="62" creationId="{A1620105-6D1E-7E99-30DA-69D3264851AD}"/>
          </ac:spMkLst>
        </pc:spChg>
        <pc:spChg chg="del mod">
          <ac:chgData name="Vaiva Lilionyte" userId="0de4502a260caf40" providerId="LiveId" clId="{74022330-135D-489E-9893-C0AB8A45EE3C}" dt="2026-05-18T11:29:04.801" v="285" actId="478"/>
          <ac:spMkLst>
            <pc:docMk/>
            <pc:sldMk cId="189564652" sldId="299"/>
            <ac:spMk id="63" creationId="{D0295759-7EE0-8BFD-3511-EBE83B3E8C9B}"/>
          </ac:spMkLst>
        </pc:spChg>
        <pc:spChg chg="del mod">
          <ac:chgData name="Vaiva Lilionyte" userId="0de4502a260caf40" providerId="LiveId" clId="{74022330-135D-489E-9893-C0AB8A45EE3C}" dt="2026-05-18T11:29:04.801" v="285" actId="478"/>
          <ac:spMkLst>
            <pc:docMk/>
            <pc:sldMk cId="189564652" sldId="299"/>
            <ac:spMk id="64" creationId="{CCEEDDBE-29A6-5D87-26FB-FDEE0391A655}"/>
          </ac:spMkLst>
        </pc:spChg>
        <pc:spChg chg="mod">
          <ac:chgData name="Vaiva Lilionyte" userId="0de4502a260caf40" providerId="LiveId" clId="{74022330-135D-489E-9893-C0AB8A45EE3C}" dt="2026-05-18T11:31:07.857" v="289" actId="1076"/>
          <ac:spMkLst>
            <pc:docMk/>
            <pc:sldMk cId="189564652" sldId="299"/>
            <ac:spMk id="65" creationId="{D3042DDF-BCAB-A614-E2A1-E71639455515}"/>
          </ac:spMkLst>
        </pc:spChg>
        <pc:spChg chg="add mod ord">
          <ac:chgData name="Vaiva Lilionyte" userId="0de4502a260caf40" providerId="LiveId" clId="{74022330-135D-489E-9893-C0AB8A45EE3C}" dt="2026-05-18T11:31:31.468" v="294" actId="1076"/>
          <ac:spMkLst>
            <pc:docMk/>
            <pc:sldMk cId="189564652" sldId="299"/>
            <ac:spMk id="66" creationId="{A2632988-5E7E-C67E-113F-203FE1323F1D}"/>
          </ac:spMkLst>
        </pc:spChg>
        <pc:spChg chg="add del mod ord">
          <ac:chgData name="Vaiva Lilionyte" userId="0de4502a260caf40" providerId="LiveId" clId="{74022330-135D-489E-9893-C0AB8A45EE3C}" dt="2026-05-18T11:29:02.762" v="284" actId="478"/>
          <ac:spMkLst>
            <pc:docMk/>
            <pc:sldMk cId="189564652" sldId="299"/>
            <ac:spMk id="67" creationId="{D2AA99B3-D141-F8E0-75B9-42DC2195B6D1}"/>
          </ac:spMkLst>
        </pc:spChg>
      </pc:sldChg>
      <pc:sldChg chg="new del">
        <pc:chgData name="Vaiva Lilionyte" userId="0de4502a260caf40" providerId="LiveId" clId="{74022330-135D-489E-9893-C0AB8A45EE3C}" dt="2026-05-19T08:38:15.991" v="314" actId="47"/>
        <pc:sldMkLst>
          <pc:docMk/>
          <pc:sldMk cId="4185104675" sldId="300"/>
        </pc:sldMkLst>
      </pc:sldChg>
      <pc:sldChg chg="delSp modSp add del mod setBg">
        <pc:chgData name="Vaiva Lilionyte" userId="0de4502a260caf40" providerId="LiveId" clId="{74022330-135D-489E-9893-C0AB8A45EE3C}" dt="2026-05-19T08:39:17.923" v="323" actId="47"/>
        <pc:sldMkLst>
          <pc:docMk/>
          <pc:sldMk cId="0" sldId="301"/>
        </pc:sldMkLst>
        <pc:spChg chg="del">
          <ac:chgData name="Vaiva Lilionyte" userId="0de4502a260caf40" providerId="LiveId" clId="{74022330-135D-489E-9893-C0AB8A45EE3C}" dt="2026-05-18T11:39:55.785" v="309" actId="478"/>
          <ac:spMkLst>
            <pc:docMk/>
            <pc:sldMk cId="0" sldId="301"/>
            <ac:spMk id="2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8:32.677" v="303" actId="14100"/>
          <ac:spMkLst>
            <pc:docMk/>
            <pc:sldMk cId="0" sldId="301"/>
            <ac:spMk id="3" creationId="{00000000-0000-0000-0000-000000000000}"/>
          </ac:spMkLst>
        </pc:spChg>
        <pc:spChg chg="mod">
          <ac:chgData name="Vaiva Lilionyte" userId="0de4502a260caf40" providerId="LiveId" clId="{74022330-135D-489E-9893-C0AB8A45EE3C}" dt="2026-05-18T11:38:37.214" v="305" actId="20577"/>
          <ac:spMkLst>
            <pc:docMk/>
            <pc:sldMk cId="0" sldId="301"/>
            <ac:spMk id="7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38:44.197" v="306" actId="478"/>
          <ac:spMkLst>
            <pc:docMk/>
            <pc:sldMk cId="0" sldId="301"/>
            <ac:spMk id="8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38:48.353" v="307" actId="478"/>
          <ac:spMkLst>
            <pc:docMk/>
            <pc:sldMk cId="0" sldId="301"/>
            <ac:spMk id="13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38:52.742" v="308" actId="478"/>
          <ac:spMkLst>
            <pc:docMk/>
            <pc:sldMk cId="0" sldId="301"/>
            <ac:spMk id="18" creationId="{00000000-0000-0000-0000-000000000000}"/>
          </ac:spMkLst>
        </pc:spChg>
        <pc:spChg chg="del">
          <ac:chgData name="Vaiva Lilionyte" userId="0de4502a260caf40" providerId="LiveId" clId="{74022330-135D-489E-9893-C0AB8A45EE3C}" dt="2026-05-18T11:39:59.103" v="310" actId="478"/>
          <ac:spMkLst>
            <pc:docMk/>
            <pc:sldMk cId="0" sldId="301"/>
            <ac:spMk id="23" creationId="{00000000-0000-0000-0000-000000000000}"/>
          </ac:spMkLst>
        </pc:spChg>
      </pc:sldChg>
      <pc:sldChg chg="addSp delSp modSp add mod setBg">
        <pc:chgData name="Vaiva Lilionyte" userId="0de4502a260caf40" providerId="LiveId" clId="{74022330-135D-489E-9893-C0AB8A45EE3C}" dt="2026-05-19T08:46:23.577" v="349" actId="478"/>
        <pc:sldMkLst>
          <pc:docMk/>
          <pc:sldMk cId="0" sldId="302"/>
        </pc:sldMkLst>
        <pc:spChg chg="add del">
          <ac:chgData name="Vaiva Lilionyte" userId="0de4502a260caf40" providerId="LiveId" clId="{74022330-135D-489E-9893-C0AB8A45EE3C}" dt="2026-05-19T08:39:37.343" v="327" actId="478"/>
          <ac:spMkLst>
            <pc:docMk/>
            <pc:sldMk cId="0" sldId="302"/>
            <ac:spMk id="2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6:23.577" v="349" actId="478"/>
          <ac:spMkLst>
            <pc:docMk/>
            <pc:sldMk cId="0" sldId="302"/>
            <ac:spMk id="5" creationId="{00000000-0000-0000-0000-000000000000}"/>
          </ac:spMkLst>
        </pc:spChg>
        <pc:spChg chg="add del">
          <ac:chgData name="Vaiva Lilionyte" userId="0de4502a260caf40" providerId="LiveId" clId="{74022330-135D-489E-9893-C0AB8A45EE3C}" dt="2026-05-19T08:39:37.343" v="327" actId="478"/>
          <ac:spMkLst>
            <pc:docMk/>
            <pc:sldMk cId="0" sldId="302"/>
            <ac:spMk id="6" creationId="{00000000-0000-0000-0000-000000000000}"/>
          </ac:spMkLst>
        </pc:spChg>
        <pc:spChg chg="add del">
          <ac:chgData name="Vaiva Lilionyte" userId="0de4502a260caf40" providerId="LiveId" clId="{74022330-135D-489E-9893-C0AB8A45EE3C}" dt="2026-05-19T08:39:37.343" v="327" actId="478"/>
          <ac:spMkLst>
            <pc:docMk/>
            <pc:sldMk cId="0" sldId="302"/>
            <ac:spMk id="7" creationId="{00000000-0000-0000-0000-000000000000}"/>
          </ac:spMkLst>
        </pc:spChg>
        <pc:spChg chg="add del">
          <ac:chgData name="Vaiva Lilionyte" userId="0de4502a260caf40" providerId="LiveId" clId="{74022330-135D-489E-9893-C0AB8A45EE3C}" dt="2026-05-19T08:39:37.343" v="327" actId="478"/>
          <ac:spMkLst>
            <pc:docMk/>
            <pc:sldMk cId="0" sldId="302"/>
            <ac:spMk id="8" creationId="{00000000-0000-0000-0000-000000000000}"/>
          </ac:spMkLst>
        </pc:spChg>
        <pc:spChg chg="add del">
          <ac:chgData name="Vaiva Lilionyte" userId="0de4502a260caf40" providerId="LiveId" clId="{74022330-135D-489E-9893-C0AB8A45EE3C}" dt="2026-05-19T08:39:37.343" v="327" actId="478"/>
          <ac:spMkLst>
            <pc:docMk/>
            <pc:sldMk cId="0" sldId="302"/>
            <ac:spMk id="9" creationId="{00000000-0000-0000-0000-000000000000}"/>
          </ac:spMkLst>
        </pc:spChg>
        <pc:spChg chg="add del">
          <ac:chgData name="Vaiva Lilionyte" userId="0de4502a260caf40" providerId="LiveId" clId="{74022330-135D-489E-9893-C0AB8A45EE3C}" dt="2026-05-19T08:39:37.343" v="327" actId="478"/>
          <ac:spMkLst>
            <pc:docMk/>
            <pc:sldMk cId="0" sldId="302"/>
            <ac:spMk id="10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26.799" v="343" actId="478"/>
          <ac:spMkLst>
            <pc:docMk/>
            <pc:sldMk cId="0" sldId="302"/>
            <ac:spMk id="30" creationId="{00000000-0000-0000-0000-000000000000}"/>
          </ac:spMkLst>
        </pc:spChg>
        <pc:spChg chg="add mod">
          <ac:chgData name="Vaiva Lilionyte" userId="0de4502a260caf40" providerId="LiveId" clId="{74022330-135D-489E-9893-C0AB8A45EE3C}" dt="2026-05-19T08:39:32.648" v="325" actId="571"/>
          <ac:spMkLst>
            <pc:docMk/>
            <pc:sldMk cId="0" sldId="302"/>
            <ac:spMk id="31" creationId="{F5626B64-2276-5C2D-EA44-FE062FD8640E}"/>
          </ac:spMkLst>
        </pc:spChg>
        <pc:spChg chg="add mod">
          <ac:chgData name="Vaiva Lilionyte" userId="0de4502a260caf40" providerId="LiveId" clId="{74022330-135D-489E-9893-C0AB8A45EE3C}" dt="2026-05-19T08:39:32.648" v="325" actId="571"/>
          <ac:spMkLst>
            <pc:docMk/>
            <pc:sldMk cId="0" sldId="302"/>
            <ac:spMk id="32" creationId="{1314EBD3-82C4-5099-AF19-95B9DD3D12C5}"/>
          </ac:spMkLst>
        </pc:spChg>
        <pc:spChg chg="add mod">
          <ac:chgData name="Vaiva Lilionyte" userId="0de4502a260caf40" providerId="LiveId" clId="{74022330-135D-489E-9893-C0AB8A45EE3C}" dt="2026-05-19T08:39:32.648" v="325" actId="571"/>
          <ac:spMkLst>
            <pc:docMk/>
            <pc:sldMk cId="0" sldId="302"/>
            <ac:spMk id="33" creationId="{C0E0B035-C735-4A09-0124-CEA3D0F1388A}"/>
          </ac:spMkLst>
        </pc:spChg>
        <pc:spChg chg="add mod">
          <ac:chgData name="Vaiva Lilionyte" userId="0de4502a260caf40" providerId="LiveId" clId="{74022330-135D-489E-9893-C0AB8A45EE3C}" dt="2026-05-19T08:39:32.648" v="325" actId="571"/>
          <ac:spMkLst>
            <pc:docMk/>
            <pc:sldMk cId="0" sldId="302"/>
            <ac:spMk id="34" creationId="{6EA45180-2667-3727-6F70-77236B7D1ECE}"/>
          </ac:spMkLst>
        </pc:spChg>
      </pc:sldChg>
      <pc:sldChg chg="delSp add mod setBg">
        <pc:chgData name="Vaiva Lilionyte" userId="0de4502a260caf40" providerId="LiveId" clId="{74022330-135D-489E-9893-C0AB8A45EE3C}" dt="2026-05-19T08:46:27.190" v="350" actId="478"/>
        <pc:sldMkLst>
          <pc:docMk/>
          <pc:sldMk cId="0" sldId="303"/>
        </pc:sldMkLst>
        <pc:spChg chg="del">
          <ac:chgData name="Vaiva Lilionyte" userId="0de4502a260caf40" providerId="LiveId" clId="{74022330-135D-489E-9893-C0AB8A45EE3C}" dt="2026-05-19T08:46:27.190" v="350" actId="478"/>
          <ac:spMkLst>
            <pc:docMk/>
            <pc:sldMk cId="0" sldId="303"/>
            <ac:spMk id="5" creationId="{00000000-0000-0000-0000-000000000000}"/>
          </ac:spMkLst>
        </pc:spChg>
      </pc:sldChg>
      <pc:sldChg chg="addSp delSp modSp add mod ord">
        <pc:chgData name="Vaiva Lilionyte" userId="0de4502a260caf40" providerId="LiveId" clId="{74022330-135D-489E-9893-C0AB8A45EE3C}" dt="2026-05-19T08:39:14.733" v="322" actId="1076"/>
        <pc:sldMkLst>
          <pc:docMk/>
          <pc:sldMk cId="1106176643" sldId="304"/>
        </pc:sldMkLst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3" creationId="{8A435AC3-738D-2590-9796-DDF41C5E97CD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4" creationId="{0B2DC312-2010-9616-2EF7-1EF1536B0569}"/>
          </ac:spMkLst>
        </pc:spChg>
        <pc:spChg chg="del">
          <ac:chgData name="Vaiva Lilionyte" userId="0de4502a260caf40" providerId="LiveId" clId="{74022330-135D-489E-9893-C0AB8A45EE3C}" dt="2026-05-19T08:38:29.703" v="316" actId="478"/>
          <ac:spMkLst>
            <pc:docMk/>
            <pc:sldMk cId="1106176643" sldId="304"/>
            <ac:spMk id="5" creationId="{6C657ABD-42DE-48D3-5B7A-EFFFA7D29A95}"/>
          </ac:spMkLst>
        </pc:spChg>
        <pc:spChg chg="del">
          <ac:chgData name="Vaiva Lilionyte" userId="0de4502a260caf40" providerId="LiveId" clId="{74022330-135D-489E-9893-C0AB8A45EE3C}" dt="2026-05-19T08:38:28.391" v="315" actId="478"/>
          <ac:spMkLst>
            <pc:docMk/>
            <pc:sldMk cId="1106176643" sldId="304"/>
            <ac:spMk id="6" creationId="{AAF02A01-133A-A7C4-3599-9A0899478345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13" creationId="{245EED58-1025-4EE2-986D-324D16A5FFFE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15" creationId="{96B98F47-99C6-895E-3528-DF00504AF4A6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16" creationId="{6FF572AF-4D9C-B525-A143-36559DC0765E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19" creationId="{556CBEAE-6E41-55B2-1385-5E641A9EA5C6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20" creationId="{BB5B646A-9279-9ADE-7B62-81046F3CCE8B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21" creationId="{F50F05AB-2E1E-65D7-2C27-46B0BF6B0CE3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23" creationId="{4D3AAF04-1268-2C31-B104-21F85FB31753}"/>
          </ac:spMkLst>
        </pc:spChg>
        <pc:spChg chg="add mod">
          <ac:chgData name="Vaiva Lilionyte" userId="0de4502a260caf40" providerId="LiveId" clId="{74022330-135D-489E-9893-C0AB8A45EE3C}" dt="2026-05-19T08:38:35.919" v="318" actId="1076"/>
          <ac:spMkLst>
            <pc:docMk/>
            <pc:sldMk cId="1106176643" sldId="304"/>
            <ac:spMk id="24" creationId="{90EFD8C7-0CA0-7D4F-5A81-B0EBBB13DDDC}"/>
          </ac:spMkLst>
        </pc:spChg>
        <pc:spChg chg="add mod ord">
          <ac:chgData name="Vaiva Lilionyte" userId="0de4502a260caf40" providerId="LiveId" clId="{74022330-135D-489E-9893-C0AB8A45EE3C}" dt="2026-05-19T08:39:14.733" v="322" actId="1076"/>
          <ac:spMkLst>
            <pc:docMk/>
            <pc:sldMk cId="1106176643" sldId="304"/>
            <ac:spMk id="25" creationId="{5F0E8C8A-3CC5-E399-CD8B-9F6D1E784796}"/>
          </ac:spMkLst>
        </pc:spChg>
      </pc:sldChg>
      <pc:sldChg chg="addSp delSp add mod setBg">
        <pc:chgData name="Vaiva Lilionyte" userId="0de4502a260caf40" providerId="LiveId" clId="{74022330-135D-489E-9893-C0AB8A45EE3C}" dt="2026-05-19T08:46:34.881" v="353" actId="478"/>
        <pc:sldMkLst>
          <pc:docMk/>
          <pc:sldMk cId="0" sldId="305"/>
        </pc:sldMkLst>
        <pc:spChg chg="add del">
          <ac:chgData name="Vaiva Lilionyte" userId="0de4502a260caf40" providerId="LiveId" clId="{74022330-135D-489E-9893-C0AB8A45EE3C}" dt="2026-05-19T08:46:32.709" v="352" actId="478"/>
          <ac:spMkLst>
            <pc:docMk/>
            <pc:sldMk cId="0" sldId="305"/>
            <ac:spMk id="2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6:34.881" v="353" actId="478"/>
          <ac:spMkLst>
            <pc:docMk/>
            <pc:sldMk cId="0" sldId="305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21.999" v="342" actId="478"/>
          <ac:spMkLst>
            <pc:docMk/>
            <pc:sldMk cId="0" sldId="305"/>
            <ac:spMk id="30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6:38.443" v="354" actId="478"/>
        <pc:sldMkLst>
          <pc:docMk/>
          <pc:sldMk cId="0" sldId="306"/>
        </pc:sldMkLst>
        <pc:spChg chg="del">
          <ac:chgData name="Vaiva Lilionyte" userId="0de4502a260caf40" providerId="LiveId" clId="{74022330-135D-489E-9893-C0AB8A45EE3C}" dt="2026-05-19T08:46:38.443" v="354" actId="478"/>
          <ac:spMkLst>
            <pc:docMk/>
            <pc:sldMk cId="0" sldId="306"/>
            <ac:spMk id="5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6:42.882" v="355" actId="478"/>
        <pc:sldMkLst>
          <pc:docMk/>
          <pc:sldMk cId="0" sldId="307"/>
        </pc:sldMkLst>
        <pc:spChg chg="del">
          <ac:chgData name="Vaiva Lilionyte" userId="0de4502a260caf40" providerId="LiveId" clId="{74022330-135D-489E-9893-C0AB8A45EE3C}" dt="2026-05-19T08:46:42.882" v="355" actId="478"/>
          <ac:spMkLst>
            <pc:docMk/>
            <pc:sldMk cId="0" sldId="307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16.720" v="341" actId="478"/>
          <ac:spMkLst>
            <pc:docMk/>
            <pc:sldMk cId="0" sldId="307"/>
            <ac:spMk id="30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6:49.065" v="356" actId="478"/>
        <pc:sldMkLst>
          <pc:docMk/>
          <pc:sldMk cId="0" sldId="308"/>
        </pc:sldMkLst>
        <pc:spChg chg="del">
          <ac:chgData name="Vaiva Lilionyte" userId="0de4502a260caf40" providerId="LiveId" clId="{74022330-135D-489E-9893-C0AB8A45EE3C}" dt="2026-05-19T08:46:49.065" v="356" actId="478"/>
          <ac:spMkLst>
            <pc:docMk/>
            <pc:sldMk cId="0" sldId="308"/>
            <ac:spMk id="5" creationId="{00000000-0000-0000-0000-000000000000}"/>
          </ac:spMkLst>
        </pc:spChg>
      </pc:sldChg>
      <pc:sldChg chg="addSp delSp add mod setBg">
        <pc:chgData name="Vaiva Lilionyte" userId="0de4502a260caf40" providerId="LiveId" clId="{74022330-135D-489E-9893-C0AB8A45EE3C}" dt="2026-05-19T08:46:56.390" v="359" actId="478"/>
        <pc:sldMkLst>
          <pc:docMk/>
          <pc:sldMk cId="0" sldId="309"/>
        </pc:sldMkLst>
        <pc:spChg chg="add del">
          <ac:chgData name="Vaiva Lilionyte" userId="0de4502a260caf40" providerId="LiveId" clId="{74022330-135D-489E-9893-C0AB8A45EE3C}" dt="2026-05-19T08:46:53.906" v="358" actId="478"/>
          <ac:spMkLst>
            <pc:docMk/>
            <pc:sldMk cId="0" sldId="309"/>
            <ac:spMk id="2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6:56.390" v="359" actId="478"/>
          <ac:spMkLst>
            <pc:docMk/>
            <pc:sldMk cId="0" sldId="309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11.781" v="340" actId="478"/>
          <ac:spMkLst>
            <pc:docMk/>
            <pc:sldMk cId="0" sldId="309"/>
            <ac:spMk id="30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00.035" v="360" actId="478"/>
        <pc:sldMkLst>
          <pc:docMk/>
          <pc:sldMk cId="0" sldId="310"/>
        </pc:sldMkLst>
        <pc:spChg chg="del">
          <ac:chgData name="Vaiva Lilionyte" userId="0de4502a260caf40" providerId="LiveId" clId="{74022330-135D-489E-9893-C0AB8A45EE3C}" dt="2026-05-19T08:47:00.035" v="360" actId="478"/>
          <ac:spMkLst>
            <pc:docMk/>
            <pc:sldMk cId="0" sldId="310"/>
            <ac:spMk id="5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03.570" v="361" actId="478"/>
        <pc:sldMkLst>
          <pc:docMk/>
          <pc:sldMk cId="0" sldId="311"/>
        </pc:sldMkLst>
        <pc:spChg chg="del">
          <ac:chgData name="Vaiva Lilionyte" userId="0de4502a260caf40" providerId="LiveId" clId="{74022330-135D-489E-9893-C0AB8A45EE3C}" dt="2026-05-19T08:47:03.570" v="361" actId="478"/>
          <ac:spMkLst>
            <pc:docMk/>
            <pc:sldMk cId="0" sldId="311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04.767" v="339" actId="478"/>
          <ac:spMkLst>
            <pc:docMk/>
            <pc:sldMk cId="0" sldId="311"/>
            <ac:spMk id="30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08.710" v="362" actId="478"/>
        <pc:sldMkLst>
          <pc:docMk/>
          <pc:sldMk cId="0" sldId="312"/>
        </pc:sldMkLst>
        <pc:spChg chg="del">
          <ac:chgData name="Vaiva Lilionyte" userId="0de4502a260caf40" providerId="LiveId" clId="{74022330-135D-489E-9893-C0AB8A45EE3C}" dt="2026-05-19T08:47:08.710" v="362" actId="478"/>
          <ac:spMkLst>
            <pc:docMk/>
            <pc:sldMk cId="0" sldId="312"/>
            <ac:spMk id="5" creationId="{00000000-0000-0000-0000-000000000000}"/>
          </ac:spMkLst>
        </pc:spChg>
      </pc:sldChg>
      <pc:sldChg chg="delSp modSp add mod setBg">
        <pc:chgData name="Vaiva Lilionyte" userId="0de4502a260caf40" providerId="LiveId" clId="{74022330-135D-489E-9893-C0AB8A45EE3C}" dt="2026-05-19T08:47:33.011" v="367" actId="478"/>
        <pc:sldMkLst>
          <pc:docMk/>
          <pc:sldMk cId="0" sldId="313"/>
        </pc:sldMkLst>
        <pc:spChg chg="mod">
          <ac:chgData name="Vaiva Lilionyte" userId="0de4502a260caf40" providerId="LiveId" clId="{74022330-135D-489E-9893-C0AB8A45EE3C}" dt="2026-05-19T08:47:30.226" v="366" actId="1076"/>
          <ac:spMkLst>
            <pc:docMk/>
            <pc:sldMk cId="0" sldId="313"/>
            <ac:spMk id="2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7:33.011" v="367" actId="478"/>
          <ac:spMkLst>
            <pc:docMk/>
            <pc:sldMk cId="0" sldId="313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49.536" v="345" actId="478"/>
          <ac:spMkLst>
            <pc:docMk/>
            <pc:sldMk cId="0" sldId="313"/>
            <ac:spMk id="30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37.986" v="368" actId="478"/>
        <pc:sldMkLst>
          <pc:docMk/>
          <pc:sldMk cId="0" sldId="314"/>
        </pc:sldMkLst>
        <pc:spChg chg="del">
          <ac:chgData name="Vaiva Lilionyte" userId="0de4502a260caf40" providerId="LiveId" clId="{74022330-135D-489E-9893-C0AB8A45EE3C}" dt="2026-05-19T08:47:37.986" v="368" actId="478"/>
          <ac:spMkLst>
            <pc:docMk/>
            <pc:sldMk cId="0" sldId="314"/>
            <ac:spMk id="5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41.494" v="369" actId="478"/>
        <pc:sldMkLst>
          <pc:docMk/>
          <pc:sldMk cId="0" sldId="315"/>
        </pc:sldMkLst>
        <pc:spChg chg="del">
          <ac:chgData name="Vaiva Lilionyte" userId="0de4502a260caf40" providerId="LiveId" clId="{74022330-135D-489E-9893-C0AB8A45EE3C}" dt="2026-05-19T08:47:41.494" v="369" actId="478"/>
          <ac:spMkLst>
            <pc:docMk/>
            <pc:sldMk cId="0" sldId="315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54.232" v="346" actId="478"/>
          <ac:spMkLst>
            <pc:docMk/>
            <pc:sldMk cId="0" sldId="315"/>
            <ac:spMk id="30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45.146" v="370" actId="478"/>
        <pc:sldMkLst>
          <pc:docMk/>
          <pc:sldMk cId="0" sldId="316"/>
        </pc:sldMkLst>
        <pc:spChg chg="del">
          <ac:chgData name="Vaiva Lilionyte" userId="0de4502a260caf40" providerId="LiveId" clId="{74022330-135D-489E-9893-C0AB8A45EE3C}" dt="2026-05-19T08:47:45.146" v="370" actId="478"/>
          <ac:spMkLst>
            <pc:docMk/>
            <pc:sldMk cId="0" sldId="316"/>
            <ac:spMk id="5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50.802" v="371" actId="478"/>
        <pc:sldMkLst>
          <pc:docMk/>
          <pc:sldMk cId="0" sldId="317"/>
        </pc:sldMkLst>
        <pc:spChg chg="del">
          <ac:chgData name="Vaiva Lilionyte" userId="0de4502a260caf40" providerId="LiveId" clId="{74022330-135D-489E-9893-C0AB8A45EE3C}" dt="2026-05-19T08:47:50.802" v="371" actId="478"/>
          <ac:spMkLst>
            <pc:docMk/>
            <pc:sldMk cId="0" sldId="317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5:59.306" v="347" actId="478"/>
          <ac:spMkLst>
            <pc:docMk/>
            <pc:sldMk cId="0" sldId="317"/>
            <ac:spMk id="30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54.837" v="372" actId="478"/>
        <pc:sldMkLst>
          <pc:docMk/>
          <pc:sldMk cId="0" sldId="318"/>
        </pc:sldMkLst>
        <pc:spChg chg="del">
          <ac:chgData name="Vaiva Lilionyte" userId="0de4502a260caf40" providerId="LiveId" clId="{74022330-135D-489E-9893-C0AB8A45EE3C}" dt="2026-05-19T08:47:54.837" v="372" actId="478"/>
          <ac:spMkLst>
            <pc:docMk/>
            <pc:sldMk cId="0" sldId="318"/>
            <ac:spMk id="5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7:59.928" v="373" actId="478"/>
        <pc:sldMkLst>
          <pc:docMk/>
          <pc:sldMk cId="0" sldId="319"/>
        </pc:sldMkLst>
        <pc:spChg chg="del">
          <ac:chgData name="Vaiva Lilionyte" userId="0de4502a260caf40" providerId="LiveId" clId="{74022330-135D-489E-9893-C0AB8A45EE3C}" dt="2026-05-19T08:47:59.928" v="373" actId="478"/>
          <ac:spMkLst>
            <pc:docMk/>
            <pc:sldMk cId="0" sldId="319"/>
            <ac:spMk id="5" creationId="{00000000-0000-0000-0000-000000000000}"/>
          </ac:spMkLst>
        </pc:spChg>
        <pc:spChg chg="del">
          <ac:chgData name="Vaiva Lilionyte" userId="0de4502a260caf40" providerId="LiveId" clId="{74022330-135D-489E-9893-C0AB8A45EE3C}" dt="2026-05-19T08:46:05.133" v="348" actId="478"/>
          <ac:spMkLst>
            <pc:docMk/>
            <pc:sldMk cId="0" sldId="319"/>
            <ac:spMk id="30" creationId="{00000000-0000-0000-0000-000000000000}"/>
          </ac:spMkLst>
        </pc:spChg>
      </pc:sldChg>
      <pc:sldChg chg="delSp add mod setBg">
        <pc:chgData name="Vaiva Lilionyte" userId="0de4502a260caf40" providerId="LiveId" clId="{74022330-135D-489E-9893-C0AB8A45EE3C}" dt="2026-05-19T08:48:03.282" v="374" actId="478"/>
        <pc:sldMkLst>
          <pc:docMk/>
          <pc:sldMk cId="0" sldId="320"/>
        </pc:sldMkLst>
        <pc:spChg chg="del">
          <ac:chgData name="Vaiva Lilionyte" userId="0de4502a260caf40" providerId="LiveId" clId="{74022330-135D-489E-9893-C0AB8A45EE3C}" dt="2026-05-19T08:48:03.282" v="374" actId="478"/>
          <ac:spMkLst>
            <pc:docMk/>
            <pc:sldMk cId="0" sldId="320"/>
            <ac:spMk id="5" creationId="{00000000-0000-0000-0000-000000000000}"/>
          </ac:spMkLst>
        </pc:spChg>
      </pc:sldChg>
      <pc:sldChg chg="new del">
        <pc:chgData name="Vaiva Lilionyte" userId="0de4502a260caf40" providerId="LiveId" clId="{74022330-135D-489E-9893-C0AB8A45EE3C}" dt="2026-05-19T10:12:54.758" v="376" actId="47"/>
        <pc:sldMkLst>
          <pc:docMk/>
          <pc:sldMk cId="1497722438" sldId="321"/>
        </pc:sldMkLst>
      </pc:sldChg>
      <pc:sldChg chg="delSp add del mod">
        <pc:chgData name="Vaiva Lilionyte" userId="0de4502a260caf40" providerId="LiveId" clId="{74022330-135D-489E-9893-C0AB8A45EE3C}" dt="2026-05-19T10:26:46.087" v="380" actId="47"/>
        <pc:sldMkLst>
          <pc:docMk/>
          <pc:sldMk cId="1910242433" sldId="321"/>
        </pc:sldMkLst>
        <pc:spChg chg="del">
          <ac:chgData name="Vaiva Lilionyte" userId="0de4502a260caf40" providerId="LiveId" clId="{74022330-135D-489E-9893-C0AB8A45EE3C}" dt="2026-05-19T10:13:10.525" v="379" actId="478"/>
          <ac:spMkLst>
            <pc:docMk/>
            <pc:sldMk cId="1910242433" sldId="321"/>
            <ac:spMk id="4" creationId="{FBD19BFE-7BDA-56C9-7046-9F65672B33B2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50" creationId="{8AF88627-2F9E-3C42-1431-C119F9EC735B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52" creationId="{FF990051-6650-68B7-6A91-70200E71B96C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53" creationId="{3D1DF3B3-6AD4-8012-1F76-5789367281D5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54" creationId="{1009A892-E3AB-1FB8-6FC7-9BD8ACB74C9A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55" creationId="{76951B54-EC2F-7428-17E3-634FEEDB62A4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59" creationId="{E10136CC-3425-2E85-604E-2B86FFCA87B6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60" creationId="{01FEDE33-8AB4-616F-C1D3-57F93EE685DB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61" creationId="{99CDE101-BF3C-117D-9478-B7AF2AC64088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65" creationId="{E6468EF5-4F73-E898-7CCD-585F5874C779}"/>
          </ac:spMkLst>
        </pc:spChg>
        <pc:spChg chg="del">
          <ac:chgData name="Vaiva Lilionyte" userId="0de4502a260caf40" providerId="LiveId" clId="{74022330-135D-489E-9893-C0AB8A45EE3C}" dt="2026-05-19T10:13:06.900" v="378" actId="478"/>
          <ac:spMkLst>
            <pc:docMk/>
            <pc:sldMk cId="1910242433" sldId="321"/>
            <ac:spMk id="66" creationId="{4B874264-C0C4-0D63-B56B-23A8E56FAC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23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BC30F-AB91-3ECB-DC1C-FE274CBD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B8A35-3667-07C1-25E2-323E00BFF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F91EA-15BA-F6C7-B139-D2FF81DCC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F80AD-4F47-DD88-5D53-028E2143F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101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AF143-CF3C-19BF-3D05-0C9F70B9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9D254-E5DD-B69B-FC92-A448CA751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72BCC-575C-BA5E-C8B5-BB123E758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E9E94-4080-4D75-2482-EB3833AEC8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758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77D28-F258-0DC9-E82A-43544277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5F46A-5DDC-39AA-9EAA-6B93B0E25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C22F8-F90D-DFC6-C4A7-18DD2A94A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D7A27-C4A4-1D6D-EC1C-502A5BB53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912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B5771-186A-C922-63C4-CC92A965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B7805-0B6C-7814-AC5B-25C90D7E9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663E0-135B-0477-BD6A-15088080C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07DF-6F79-1CD1-89A1-46766BD17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097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https://community.fabric.microsoft.com/t5/Data-Stories-Gallery/bd-p/DataStoriesGallery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DF375-01F8-AF46-9E13-16229EFB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C8CEF-2639-FCF2-A747-B1FEAB738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F3222-009A-D20D-44F5-DEFEF8B2B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8065C-BC70-31FA-6E99-2D14712089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297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https://community.fabric.microsoft.com/t5/Data-Stories-Gallery/bd-p/DataStoriesGallery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B3787-A8A1-90E8-5CE1-183DF1BC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0AF15-5180-4FDD-30D1-B937015C1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0A7AE-E13C-4CAD-AEB6-F67EEC15A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C83D9-B799-EE26-5301-273D41562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077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9427D-93A6-1368-2D17-709BEE9B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71E05-3475-2B94-5B02-3CF21476B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E2AC3-E9CE-E59C-92FD-7C7C143BB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79E45-2C46-2A1A-9B3A-7BDBB14C0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636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937760" y="0"/>
            <a:ext cx="201168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Dashboard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49240" y="457200"/>
            <a:ext cx="475488" cy="47548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3492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97880" y="5120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Data Loading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554480"/>
            <a:ext cx="475488" cy="475488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897880" y="16093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49240" y="2651760"/>
            <a:ext cx="475488" cy="475488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4924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897880" y="27066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+ DAX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49240" y="3749040"/>
            <a:ext cx="475488" cy="47548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34924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97880" y="38039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Storytelling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01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Data Loading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E07A5F">
              <a:alpha val="40000"/>
            </a:srgbClr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E07A5F">
              <a:alpha val="40000"/>
            </a:srgbClr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E07A5F">
              <a:alpha val="40000"/>
            </a:srgbClr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E07A5F">
              <a:alpha val="40000"/>
            </a:srgbClr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Power BI?  (in business terms)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788920" cy="43891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786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13716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0624" y="246888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Excel, CSV, SQL, SharePoint, cloud APIs — 100+ connectors built-in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63824" y="749808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63824" y="749808"/>
            <a:ext cx="2788920" cy="43891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91840" y="786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41064" y="13716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🔧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28416" y="246888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reshape raw data in Power Query before it enters your model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71616" y="749808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071616" y="749808"/>
            <a:ext cx="2788920" cy="43891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99632" y="786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48856" y="13716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36208" y="246888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 your whole team can filter, explore and share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not Excel?  Power BI handles millions of rows, live connections, and team-shared dashboards — Excel struggles with all three.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vs Service vs Mobile App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2788920" cy="402336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117043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20624" y="1965960"/>
            <a:ext cx="2487168" cy="29260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20624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BUILD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331720"/>
            <a:ext cx="259689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Windows application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clean &amp; model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DAX measures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report pages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locally as .pbix file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Service when ready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63824" y="713232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163824" y="713232"/>
            <a:ext cx="2788920" cy="402336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73552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68496" y="117043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328416" y="1965960"/>
            <a:ext cx="2487168" cy="29260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28416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SHARE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331720"/>
            <a:ext cx="259689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app.powerbi.com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reports from Desktop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colleagues &amp; teams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automatic data refresh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dashboards (pinned tiles)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Power BI Pro / Premium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71616" y="713232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071616" y="713232"/>
            <a:ext cx="2788920" cy="40233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181344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Mobile 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76288" y="117043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236208" y="1965960"/>
            <a:ext cx="2487168" cy="29260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236208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CONSUME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99632" y="2331720"/>
            <a:ext cx="259689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Android — free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interact with reports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data alerts on KPIs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and share snapshots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no building or editing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Service automatically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" y="4882896"/>
            <a:ext cx="8631936" cy="20116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02336" y="490118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workflow:  Build in Desktop  →  Publish to Service  →  Share link  →  Team views on browser or Mobile 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Walkthrough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788920" cy="329184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78638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188720"/>
            <a:ext cx="258775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pages and build visuals here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3824" y="74980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63824" y="749808"/>
            <a:ext cx="2788920" cy="329184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73552" y="78638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View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258775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inspect your raw table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749808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71616" y="749808"/>
            <a:ext cx="2816352" cy="32918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181344" y="786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View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9632" y="1188720"/>
            <a:ext cx="261518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table relationships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032" y="2944368"/>
            <a:ext cx="2788920" cy="329184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98094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Pane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3383280"/>
            <a:ext cx="258775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columns and measures onto visuals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63824" y="294436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163824" y="2944368"/>
            <a:ext cx="2788920" cy="329184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73552" y="298094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0" y="3383280"/>
            <a:ext cx="258775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chart types and format them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71616" y="2944368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071616" y="2944368"/>
            <a:ext cx="2816352" cy="32918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81344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Pane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99632" y="3383280"/>
            <a:ext cx="261518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page or report-level filters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— Why They Matter (Don't Skip This)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8631936" cy="347472"/>
          </a:xfrm>
          <a:prstGeom prst="rect">
            <a:avLst/>
          </a:prstGeom>
          <a:solidFill>
            <a:srgbClr val="FFF0ED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6949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Wrong data type = wrong calculation. Dates as text won't filter. Revenue as text won't SUM.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1572768" cy="43891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377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Customer ID, Rank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9339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93392" y="1078992"/>
            <a:ext cx="1572768" cy="43891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23113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💲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8483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/ Fixed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8483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Prices, Rates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3075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730752" y="1078992"/>
            <a:ext cx="1572768" cy="43891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96849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82219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DateTime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2219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date, Due date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6811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468112" y="1078992"/>
            <a:ext cx="1572768" cy="43891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70585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🔤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55955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5955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Product, Category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0547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7205472" y="1078992"/>
            <a:ext cx="1572768" cy="43891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44321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29691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9691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Active, Has Discount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Data — Excel &amp; CSV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41148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749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Excel Import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133856"/>
            <a:ext cx="391363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Excel Workbook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shows all sheets and tables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data before loading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 named Tables over raw sheets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Transform Data to enter Power Query first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73168" y="713232"/>
            <a:ext cx="41148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73168" y="713232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01184" y="749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CSV Import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01184" y="1133856"/>
            <a:ext cx="391363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Text/CSV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auto-detects the delimiter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Double-check: comma vs semicolon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encoding: UTF-8 vs Latin-1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first row is being used as headers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" y="491947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Both formats: always check column names and data types in the preview BEFORE clicking Load.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Simple Visuals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2788920" cy="402336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Bar Chart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Compare categories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Region → Axis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Sales → Values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bars highest to lowest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title, data colours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63824" y="713232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163824" y="713232"/>
            <a:ext cx="2788920" cy="402336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73552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2070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Show row-level detail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92024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Table visual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relevant columns in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header to sort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columns by dragging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71616" y="713232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71616" y="713232"/>
            <a:ext cx="2788920" cy="40233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181344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Card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9632" y="12070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Headline KPI number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192024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Card visual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measure into it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field label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and position as KPI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Making Your Report Interactive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5836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slicer is a visual filter on the canvas. It's the #1 way users interact with your reports.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411480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a Slicer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499616"/>
            <a:ext cx="391363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Slicer icon in the Visualisations pane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column into the Field well (e.g. Region, Year)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click values to filter the whole page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Ctrl to select multiple values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1078992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1078992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types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499616"/>
            <a:ext cx="391363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— one or many selections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 — saves space on small pages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 — for date ranges (e.g. Jan to Mar)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 — visual buttons for categories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200400"/>
            <a:ext cx="863193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56032" y="3200400"/>
            <a:ext cx="8631936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32369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Cross-filtering — the 'aha!' moment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621024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bar in a chart → every other chart on the page automatically filters to match. No setup required — it's on by default. This is what makes Power BI feel alive compared to a static spreadsheet.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1 — Exercise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Session_1_ Superstore.csv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7432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24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— Sales by Region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408176"/>
            <a:ext cx="2542032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Superstore dataset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Bar Chart: Region vs Sales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highest to lowest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Card: Total Sales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7432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28416" y="1024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 — Top 5 Products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28416" y="1408176"/>
            <a:ext cx="2542032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Table visual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Product ID, Product Name , Sum of Sales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Top N filter: Top 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Sales descending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987552"/>
            <a:ext cx="248716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400800" y="987552"/>
            <a:ext cx="2487168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28816" y="10241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 — Add a Slicer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28816" y="1408176"/>
            <a:ext cx="2286000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Slicer for Region &amp; State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West — watch all visuals update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multi-select (Ctrl + click)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your first .pbix file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02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Data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Power Query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touch a single transform, UNDERSTAND your data. Power Query has built-in profiling tools.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7889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2788920" cy="384048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0881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Column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2596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value frequencies. Instantly spots outliers, skewed data, and dominant values.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852928"/>
            <a:ext cx="2596896" cy="20116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20624" y="2862072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View tab → Column Distribution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889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88920" cy="384048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10128" y="10881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Column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1536192"/>
            <a:ext cx="2596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summary: % Valid, % Error, % Empty. Your first health check on any column.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28416" y="2852928"/>
            <a:ext cx="2596896" cy="20116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64992" y="2862072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View tab → Column Quality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44768" y="1051560"/>
            <a:ext cx="27889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144768" y="1051560"/>
            <a:ext cx="2788920" cy="38404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54496" y="10881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Column Profile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2784" y="1536192"/>
            <a:ext cx="2596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stats: min, max, average, distinct count. Click a value in the bar to filter the preview.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2852928"/>
            <a:ext cx="2596896" cy="20116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09360" y="2862072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View tab → Column Profile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114800"/>
            <a:ext cx="86319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02336" y="41879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checklist before any transform: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" y="44622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 row count   ✅ Any columns 100% null?   ✅ Unexpected data types   ✅ Duplicate key values   ✅ Date range sensible?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Power Query Editor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859536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56032" y="859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83210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 → "Transform Data"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859536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0" y="87782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Opens Power Query Editor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664208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5603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panel: all loaded queries (tables)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664208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0" y="168249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Click a query to work on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468880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5603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244144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Steps (right): records every action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0" y="24871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Every step is reversible!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273552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5603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32461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window: current state of the data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273552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00800" y="32918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Changes not yet applied to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4078224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5603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050792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done → "Close &amp; Apply"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4078224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400800" y="40965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Loads cleaned data into the model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Cleaning Techniques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278892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Columns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106424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header → Remove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Columns: keep only what's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model size and refresh 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63824" y="685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63824" y="685800"/>
            <a:ext cx="278892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91840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106424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dropdown → filter/uncheck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blanks, test rows, outliers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Steps records each filter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71616" y="685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71616" y="685800"/>
            <a:ext cx="278892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199632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Types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9632" y="1106424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type icon left of column name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"ABC"=Text · "123"=Number · "📅"=Date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fix date columns first!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81635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032" y="2816352"/>
            <a:ext cx="2788920" cy="3474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84048" y="2852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Columns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3236976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Split Column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delimiter (comma, space, hyphen)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'First Last' name columns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63824" y="281635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163824" y="2816352"/>
            <a:ext cx="2788920" cy="3474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91840" y="2852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0" y="3236976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Values → replace null with 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remove rows where key field is null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nulls in ID or Date columns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71616" y="281635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071616" y="2816352"/>
            <a:ext cx="278892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99632" y="2852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Column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99632" y="3236976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 → Custom Column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formula: [Price] * [Qty]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at each refresh automatically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Broken Data Sources — A Real-World Must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8631936" cy="420624"/>
          </a:xfrm>
          <a:prstGeom prst="rect">
            <a:avLst/>
          </a:prstGeom>
          <a:solidFill>
            <a:srgbClr val="FFF0ED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69494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most common "Day 2" problem: you move the Excel file and Power BI shows a red error. Here's how to fix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411480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Fix via Data Source Settings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3913632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menu → Options → Data Source Settings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source showing an error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'Change Source...'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the new file location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→ Close → Refresh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using that file now update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73168" y="1170432"/>
            <a:ext cx="411480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01184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Fix inside Power Query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01184" y="1591056"/>
            <a:ext cx="3913632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Query Editor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affected query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Applied Steps, click the gear ⚙️ on Source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file path in the dialog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Apply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only one query is affected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4297680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02336" y="43708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 Use Parameters for file paths. Set a parameter = full file path, reference it in your Source step. Then changing one parameter updates every query at once.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2 — Exercise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use Session_2_Chocolate_Sales.csv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1148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411480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the dataset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380744"/>
            <a:ext cx="391363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stored as text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rows and null Product Code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Comments column that needs removing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values: e.g. U.K. = UK, needs fixing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Amount (Boxes Shipped x Unit Price) column is missing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1148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960120"/>
            <a:ext cx="4114800" cy="34747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380744"/>
            <a:ext cx="391363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Column Quality on all columns first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 column → Date type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rows: nulls at the top and use first line as headers </a:t>
            </a: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Comments column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Countries (Replace Values)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Total Sales Amount column → Decimal Number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Apply and verify clean load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 in Power Query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278892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Queries (JOIN)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106424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tables on a shared key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SQL JOIN or VLOOKUP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Merge Queries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Outer: keep all first-table rows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68580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78892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28416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Queries (UNION)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28416" y="1106424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tables with the same columns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combine Jan + Feb + Mar files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matched by name, not position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68580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144768" y="685800"/>
            <a:ext cx="278892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72784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&amp; Unpivot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72784" y="1106424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Unpivot: turn wide columns into rows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Jan|Feb|Mar → Month | Value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Unpivot Columns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898648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032" y="2898648"/>
            <a:ext cx="278892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84048" y="2935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3319272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SUM, COUNT, AVG per group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Group By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summary table without DAX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898648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200400" y="2898648"/>
            <a:ext cx="2788920" cy="3474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28416" y="2935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28416" y="3319272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dynamic values (file paths, dates)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Manage Parameters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that works with any source file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44768" y="2898648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44768" y="2898648"/>
            <a:ext cx="278892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272784" y="2935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Language (peek)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72784" y="3319272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= one M code 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Advanced Editor to inspect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write it — just read it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03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+ DAX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7A6FBE">
              <a:alpha val="40000"/>
            </a:srgbClr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7A6FBE">
              <a:alpha val="40000"/>
            </a:srgbClr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7A6FBE">
              <a:alpha val="40000"/>
            </a:srgbClr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7A6FBE">
              <a:alpha val="40000"/>
            </a:srgbClr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Schema — Gold Standard for Power BI Modelling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good Power BI model follows the same pattern: one central Fact table surrounded by Dimension tables.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377440" cy="1188720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383280" y="13716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FACT TABLE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331720" cy="8046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090672"/>
            <a:ext cx="2331720" cy="8046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3090672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 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331720" cy="8046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0" y="146304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3090672"/>
            <a:ext cx="2331720" cy="80467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83680" y="3090672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Geography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06040" y="1865376"/>
            <a:ext cx="777240" cy="73152"/>
          </a:xfrm>
          <a:prstGeom prst="line">
            <a:avLst/>
          </a:prstGeom>
          <a:noFill/>
          <a:ln w="19050">
            <a:solidFill>
              <a:srgbClr val="8A94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 flipV="1">
            <a:off x="2606040" y="2633472"/>
            <a:ext cx="903068" cy="859536"/>
          </a:xfrm>
          <a:prstGeom prst="line">
            <a:avLst/>
          </a:prstGeom>
          <a:noFill/>
          <a:ln w="19050">
            <a:solidFill>
              <a:srgbClr val="8A94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760720" y="1865376"/>
            <a:ext cx="731520" cy="0"/>
          </a:xfrm>
          <a:prstGeom prst="line">
            <a:avLst/>
          </a:prstGeom>
          <a:noFill/>
          <a:ln w="19050">
            <a:solidFill>
              <a:srgbClr val="8A94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731520" cy="1225296"/>
          </a:xfrm>
          <a:prstGeom prst="line">
            <a:avLst/>
          </a:prstGeom>
          <a:noFill/>
          <a:ln w="19050">
            <a:solidFill>
              <a:srgbClr val="8A94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56032" y="41605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56032" y="4160520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84048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Fact Table contains...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2336" y="4553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events, measurements — rows with foreign keys and numeric values (Sales Amount, Quantity, Cost)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73168" y="41605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73168" y="4160520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901184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Dimension Tables contain...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9472" y="4553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attributes — names, categories, dates. Joined to the Fact table by key columns (CustomerID, ProductID, DateKey)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id="{36AC535D-1448-1D1B-EA69-2CC4F8005CF7}"/>
              </a:ext>
            </a:extLst>
          </p:cNvPr>
          <p:cNvSpPr/>
          <p:nvPr/>
        </p:nvSpPr>
        <p:spPr>
          <a:xfrm>
            <a:off x="320040" y="868680"/>
            <a:ext cx="2651760" cy="374904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7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99B826B5-380D-F3A0-A806-AB5239117889}"/>
              </a:ext>
            </a:extLst>
          </p:cNvPr>
          <p:cNvSpPr/>
          <p:nvPr/>
        </p:nvSpPr>
        <p:spPr>
          <a:xfrm>
            <a:off x="320040" y="868680"/>
            <a:ext cx="2651760" cy="41148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E0012057-0A2E-B912-9BA1-0D1B13917B74}"/>
              </a:ext>
            </a:extLst>
          </p:cNvPr>
          <p:cNvSpPr/>
          <p:nvPr/>
        </p:nvSpPr>
        <p:spPr>
          <a:xfrm>
            <a:off x="411480" y="886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 (1:*)</a:t>
            </a:r>
            <a:endParaRPr lang="en-US" sz="12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869EA57B-24B5-555E-8B9E-89F242BA5AF3}"/>
              </a:ext>
            </a:extLst>
          </p:cNvPr>
          <p:cNvSpPr/>
          <p:nvPr/>
        </p:nvSpPr>
        <p:spPr>
          <a:xfrm>
            <a:off x="429768" y="1371600"/>
            <a:ext cx="2423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on the left matches MANY on the right.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type. Always your first choice.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Example: One Customer → Many Orders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→ Many Order Lines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Date → Many Transactions</a:t>
            </a:r>
            <a:endParaRPr lang="en-US" sz="105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8B7E7D1B-ACD1-6B43-410A-17C3747B200A}"/>
              </a:ext>
            </a:extLst>
          </p:cNvPr>
          <p:cNvSpPr/>
          <p:nvPr/>
        </p:nvSpPr>
        <p:spPr>
          <a:xfrm>
            <a:off x="3154680" y="868680"/>
            <a:ext cx="2651760" cy="3749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8522BBA7-99E1-3949-D584-39D8E87492E7}"/>
              </a:ext>
            </a:extLst>
          </p:cNvPr>
          <p:cNvSpPr/>
          <p:nvPr/>
        </p:nvSpPr>
        <p:spPr>
          <a:xfrm>
            <a:off x="3154680" y="868680"/>
            <a:ext cx="26517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353B0212-063C-2FB9-A63B-F1444593B5A0}"/>
              </a:ext>
            </a:extLst>
          </p:cNvPr>
          <p:cNvSpPr/>
          <p:nvPr/>
        </p:nvSpPr>
        <p:spPr>
          <a:xfrm>
            <a:off x="3246120" y="886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 (1:1)</a:t>
            </a:r>
            <a:endParaRPr lang="en-US" sz="12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B87C5898-BE3E-1383-A6FE-6C0604211783}"/>
              </a:ext>
            </a:extLst>
          </p:cNvPr>
          <p:cNvSpPr/>
          <p:nvPr/>
        </p:nvSpPr>
        <p:spPr>
          <a:xfrm>
            <a:off x="3264408" y="1371600"/>
            <a:ext cx="2423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matches exactly one on the other side.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Rare. Often signals tables that could be merged.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 → Employee_HR_Details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(Same person, data split across tables)</a:t>
            </a:r>
            <a:endParaRPr lang="en-US" sz="105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2CB01E8D-9F3B-3949-098E-5723FEB3405E}"/>
              </a:ext>
            </a:extLst>
          </p:cNvPr>
          <p:cNvSpPr/>
          <p:nvPr/>
        </p:nvSpPr>
        <p:spPr>
          <a:xfrm>
            <a:off x="5989320" y="868680"/>
            <a:ext cx="2651760" cy="374904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1239B56F-257D-BAFA-C2D1-455ACFF2C721}"/>
              </a:ext>
            </a:extLst>
          </p:cNvPr>
          <p:cNvSpPr/>
          <p:nvPr/>
        </p:nvSpPr>
        <p:spPr>
          <a:xfrm>
            <a:off x="5989320" y="868680"/>
            <a:ext cx="265176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0CA323D6-85D5-B41A-7653-A38504490604}"/>
              </a:ext>
            </a:extLst>
          </p:cNvPr>
          <p:cNvSpPr/>
          <p:nvPr/>
        </p:nvSpPr>
        <p:spPr>
          <a:xfrm>
            <a:off x="6080760" y="886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 (*:*)</a:t>
            </a:r>
            <a:endParaRPr lang="en-US" sz="12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6718153-A169-225D-69B8-04F1C601B753}"/>
              </a:ext>
            </a:extLst>
          </p:cNvPr>
          <p:cNvSpPr/>
          <p:nvPr/>
        </p:nvSpPr>
        <p:spPr>
          <a:xfrm>
            <a:off x="6099048" y="1371600"/>
            <a:ext cx="2423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rows on BOTH sides match each other.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Avoid where possible — use a bridge table instead.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Students ↔ Courses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(One student takes many courses; one course has many students)</a:t>
            </a:r>
            <a:endParaRPr lang="en-US" sz="105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6EB38133-2772-0C16-DD6D-DC7FFFF4CCC1}"/>
              </a:ext>
            </a:extLst>
          </p:cNvPr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B4696206-A68E-5130-E9EA-5A6F4B481F4F}"/>
              </a:ext>
            </a:extLst>
          </p:cNvPr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FF4FED16-C45A-760F-071C-5BF366F9E116}"/>
              </a:ext>
            </a:extLst>
          </p:cNvPr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Cross-filter direction: always set to Single unless you have a specific reason — bidirectional can cause ambiguous results and slow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8A4C2-C18A-09C7-84E1-EC556727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7208B2-4D3B-7195-99AE-1D70263A0710}"/>
              </a:ext>
            </a:extLst>
          </p:cNvPr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538B07-5858-9CA6-89FC-1E97675D4B5B}"/>
              </a:ext>
            </a:extLst>
          </p:cNvPr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A6DB0B-3025-1980-8861-401B0691ABA2}"/>
              </a:ext>
            </a:extLst>
          </p:cNvPr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– 4 Industry Scenarios</a:t>
            </a:r>
            <a:endParaRPr lang="en-US" sz="17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1E9D3628-BC53-2196-4021-1B54F2687EB9}"/>
              </a:ext>
            </a:extLst>
          </p:cNvPr>
          <p:cNvSpPr/>
          <p:nvPr/>
        </p:nvSpPr>
        <p:spPr>
          <a:xfrm>
            <a:off x="320040" y="822960"/>
            <a:ext cx="4160520" cy="19659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FB7BCD9-56EF-DE2A-DD2D-E397B174E71A}"/>
              </a:ext>
            </a:extLst>
          </p:cNvPr>
          <p:cNvSpPr/>
          <p:nvPr/>
        </p:nvSpPr>
        <p:spPr>
          <a:xfrm>
            <a:off x="320040" y="822960"/>
            <a:ext cx="4160520" cy="347472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EE81D3F-FE7D-5007-7F10-F568A77ACF23}"/>
              </a:ext>
            </a:extLst>
          </p:cNvPr>
          <p:cNvSpPr/>
          <p:nvPr/>
        </p:nvSpPr>
        <p:spPr>
          <a:xfrm>
            <a:off x="411480" y="841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Retail / E-Commerce</a:t>
            </a:r>
            <a:endParaRPr lang="en-US" sz="11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B69E75B-F051-E934-5BEA-E78D9CEF4353}"/>
              </a:ext>
            </a:extLst>
          </p:cNvPr>
          <p:cNvSpPr/>
          <p:nvPr/>
        </p:nvSpPr>
        <p:spPr>
          <a:xfrm>
            <a:off x="429768" y="1225296"/>
            <a:ext cx="3931920" cy="10789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Customers  (many orders, one customer)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Products  (many orders, one product)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Date Table  (filter by day/month/year)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Categories  (product belongs to one category)</a:t>
            </a:r>
            <a:endParaRPr lang="en-US" sz="9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38D14D6-2893-9C99-5679-38CF4B15B42D}"/>
              </a:ext>
            </a:extLst>
          </p:cNvPr>
          <p:cNvSpPr/>
          <p:nvPr/>
        </p:nvSpPr>
        <p:spPr>
          <a:xfrm>
            <a:off x="320040" y="2350008"/>
            <a:ext cx="4160520" cy="438912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1125CB5-43DA-A845-3931-9819DB516B04}"/>
              </a:ext>
            </a:extLst>
          </p:cNvPr>
          <p:cNvSpPr/>
          <p:nvPr/>
        </p:nvSpPr>
        <p:spPr>
          <a:xfrm>
            <a:off x="411480" y="23591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Filter by Category on a slicer → automatically filters Orders and Customers too.</a:t>
            </a:r>
            <a:endParaRPr lang="en-US" sz="9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1E43740-2123-1E08-B0B1-541502D7A0B9}"/>
              </a:ext>
            </a:extLst>
          </p:cNvPr>
          <p:cNvSpPr/>
          <p:nvPr/>
        </p:nvSpPr>
        <p:spPr>
          <a:xfrm>
            <a:off x="4663440" y="822960"/>
            <a:ext cx="4160520" cy="19659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58D74E7-5E58-6703-2CDA-9D9FC82C1CE6}"/>
              </a:ext>
            </a:extLst>
          </p:cNvPr>
          <p:cNvSpPr/>
          <p:nvPr/>
        </p:nvSpPr>
        <p:spPr>
          <a:xfrm>
            <a:off x="4663440" y="822960"/>
            <a:ext cx="416052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938983F-1EA9-1585-7DD2-437056B9916C}"/>
              </a:ext>
            </a:extLst>
          </p:cNvPr>
          <p:cNvSpPr/>
          <p:nvPr/>
        </p:nvSpPr>
        <p:spPr>
          <a:xfrm>
            <a:off x="4754880" y="841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1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BD23BDF-7E35-66BC-8739-098F4C44A41A}"/>
              </a:ext>
            </a:extLst>
          </p:cNvPr>
          <p:cNvSpPr/>
          <p:nvPr/>
        </p:nvSpPr>
        <p:spPr>
          <a:xfrm>
            <a:off x="4773168" y="1225296"/>
            <a:ext cx="3931920" cy="107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→ Patients  (many appts per patient)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→ Doctors  (many appts per doctor)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→ Date Table  (track wait times over time)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Doctors → Departments  (each doctor in one dept)</a:t>
            </a:r>
            <a:endParaRPr lang="en-US" sz="9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E2440DE-A744-5EC7-68DC-CDEBDFA1B68B}"/>
              </a:ext>
            </a:extLst>
          </p:cNvPr>
          <p:cNvSpPr/>
          <p:nvPr/>
        </p:nvSpPr>
        <p:spPr>
          <a:xfrm>
            <a:off x="4663440" y="2350008"/>
            <a:ext cx="4160520" cy="438912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7421003-3171-3A55-AFD3-A807F44E5D09}"/>
              </a:ext>
            </a:extLst>
          </p:cNvPr>
          <p:cNvSpPr/>
          <p:nvPr/>
        </p:nvSpPr>
        <p:spPr>
          <a:xfrm>
            <a:off x="4754880" y="23591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 a Department → see all patient appointments and wait time trends for that dept.</a:t>
            </a:r>
            <a:endParaRPr lang="en-US" sz="9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48431FC-E68E-1273-240F-01020C8D0156}"/>
              </a:ext>
            </a:extLst>
          </p:cNvPr>
          <p:cNvSpPr/>
          <p:nvPr/>
        </p:nvSpPr>
        <p:spPr>
          <a:xfrm>
            <a:off x="320040" y="2926080"/>
            <a:ext cx="4160520" cy="19659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E2DA83B-75DE-A6CA-EC58-4DC4A345D7AA}"/>
              </a:ext>
            </a:extLst>
          </p:cNvPr>
          <p:cNvSpPr/>
          <p:nvPr/>
        </p:nvSpPr>
        <p:spPr>
          <a:xfrm>
            <a:off x="320040" y="2926080"/>
            <a:ext cx="41605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587D0715-669F-9F71-36AF-195A84FEF459}"/>
              </a:ext>
            </a:extLst>
          </p:cNvPr>
          <p:cNvSpPr/>
          <p:nvPr/>
        </p:nvSpPr>
        <p:spPr>
          <a:xfrm>
            <a:off x="411480" y="29443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Finance / SaaS</a:t>
            </a:r>
            <a:endParaRPr lang="en-US" sz="115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F8780279-06F7-7830-FAED-3C2D67BAC3BF}"/>
              </a:ext>
            </a:extLst>
          </p:cNvPr>
          <p:cNvSpPr/>
          <p:nvPr/>
        </p:nvSpPr>
        <p:spPr>
          <a:xfrm>
            <a:off x="429768" y="3328416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→ Accounts  (one account, many subs)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Invoices → Subscriptions  (invoice per billing cycle)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Invoices → Date Table  (MRR trend by month)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Accounts → Regions  (regional performance)</a:t>
            </a:r>
            <a:endParaRPr lang="en-US" sz="95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71F29444-6FF6-177D-6625-8F27E4C845A6}"/>
              </a:ext>
            </a:extLst>
          </p:cNvPr>
          <p:cNvSpPr/>
          <p:nvPr/>
        </p:nvSpPr>
        <p:spPr>
          <a:xfrm>
            <a:off x="320040" y="4453128"/>
            <a:ext cx="4160520" cy="438912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035A52BE-EA26-AE79-2D7E-5907200F2E61}"/>
              </a:ext>
            </a:extLst>
          </p:cNvPr>
          <p:cNvSpPr/>
          <p:nvPr/>
        </p:nvSpPr>
        <p:spPr>
          <a:xfrm>
            <a:off x="411480" y="446227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YoY revenue by Region calculated via Date Table relationship — no extra DAX needed.</a:t>
            </a:r>
            <a:endParaRPr lang="en-US" sz="90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3B71663D-2240-F282-C229-C433C8BF6D27}"/>
              </a:ext>
            </a:extLst>
          </p:cNvPr>
          <p:cNvSpPr/>
          <p:nvPr/>
        </p:nvSpPr>
        <p:spPr>
          <a:xfrm>
            <a:off x="4663440" y="2926080"/>
            <a:ext cx="4160520" cy="196596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B34FEE5E-BD15-9A07-6AFD-D6050F9B88F6}"/>
              </a:ext>
            </a:extLst>
          </p:cNvPr>
          <p:cNvSpPr/>
          <p:nvPr/>
        </p:nvSpPr>
        <p:spPr>
          <a:xfrm>
            <a:off x="4663440" y="2926080"/>
            <a:ext cx="4160520" cy="347472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5507D8C0-73DA-8802-970A-7DF6F763ABF6}"/>
              </a:ext>
            </a:extLst>
          </p:cNvPr>
          <p:cNvSpPr/>
          <p:nvPr/>
        </p:nvSpPr>
        <p:spPr>
          <a:xfrm>
            <a:off x="4754880" y="29443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Manufacturing</a:t>
            </a:r>
            <a:endParaRPr lang="en-US" sz="115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1E85AE55-A628-CFB1-5EE3-F49ED557392C}"/>
              </a:ext>
            </a:extLst>
          </p:cNvPr>
          <p:cNvSpPr/>
          <p:nvPr/>
        </p:nvSpPr>
        <p:spPr>
          <a:xfrm>
            <a:off x="4773168" y="3328416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Production_Runs → Products  (many runs per product)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Production_Runs → Machines  (machine used per run)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Defects → Production_Runs  (defects logged per run)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Production_Runs → Date Table  (shift, week, month)</a:t>
            </a:r>
            <a:endParaRPr lang="en-US" sz="950" dirty="0"/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6573CD61-42B6-29CE-6975-F488EE2A85D5}"/>
              </a:ext>
            </a:extLst>
          </p:cNvPr>
          <p:cNvSpPr/>
          <p:nvPr/>
        </p:nvSpPr>
        <p:spPr>
          <a:xfrm>
            <a:off x="4663440" y="4453128"/>
            <a:ext cx="4160520" cy="438912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30E307E9-486F-23AF-2F04-952E4760F446}"/>
              </a:ext>
            </a:extLst>
          </p:cNvPr>
          <p:cNvSpPr/>
          <p:nvPr/>
        </p:nvSpPr>
        <p:spPr>
          <a:xfrm>
            <a:off x="4754880" y="446227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Drill from Month → Week → Shift to find exactly when defect rate spiked.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25828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EBC81-3FB1-3A07-A377-DC4D7FD8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9399F-FA73-8B0E-1CC7-5F08B6E3A2AC}"/>
              </a:ext>
            </a:extLst>
          </p:cNvPr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CF4B8B-77F7-F50F-0357-DBEEAA200313}"/>
              </a:ext>
            </a:extLst>
          </p:cNvPr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346D28-FE32-89E2-2576-4F990CEAA112}"/>
              </a:ext>
            </a:extLst>
          </p:cNvPr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— One to Many (1:*)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9C60F1-D71C-9DFB-E7F3-F3F4E3BCBE6E}"/>
              </a:ext>
            </a:extLst>
          </p:cNvPr>
          <p:cNvSpPr/>
          <p:nvPr/>
        </p:nvSpPr>
        <p:spPr>
          <a:xfrm>
            <a:off x="256032" y="658368"/>
            <a:ext cx="8631936" cy="47548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DF5D72-25C0-9E72-BB83-8424835475CE}"/>
              </a:ext>
            </a:extLst>
          </p:cNvPr>
          <p:cNvSpPr/>
          <p:nvPr/>
        </p:nvSpPr>
        <p:spPr>
          <a:xfrm>
            <a:off x="402336" y="7040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→ MANY sales rows.  One product → MANY order lines.  One date → MANY transactions.  This 1:* pattern is the core of the star schema.</a:t>
            </a:r>
            <a:endParaRPr lang="en-US" sz="1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8EBE63C-1E12-DF6D-F99F-CE52C7A33D5E}"/>
              </a:ext>
            </a:extLst>
          </p:cNvPr>
          <p:cNvSpPr/>
          <p:nvPr/>
        </p:nvSpPr>
        <p:spPr>
          <a:xfrm>
            <a:off x="256032" y="1234440"/>
            <a:ext cx="411480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70AD298-978D-3729-A043-15FC57E6C12F}"/>
              </a:ext>
            </a:extLst>
          </p:cNvPr>
          <p:cNvSpPr/>
          <p:nvPr/>
        </p:nvSpPr>
        <p:spPr>
          <a:xfrm>
            <a:off x="256032" y="123444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191119-6028-70FE-0BF5-C280688AC44A}"/>
              </a:ext>
            </a:extLst>
          </p:cNvPr>
          <p:cNvSpPr/>
          <p:nvPr/>
        </p:nvSpPr>
        <p:spPr>
          <a:xfrm>
            <a:off x="384048" y="1271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relationship</a:t>
            </a:r>
            <a:endParaRPr lang="en-US" sz="12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9CE6B9-8807-B47C-58D5-4090DD093C53}"/>
              </a:ext>
            </a:extLst>
          </p:cNvPr>
          <p:cNvSpPr/>
          <p:nvPr/>
        </p:nvSpPr>
        <p:spPr>
          <a:xfrm>
            <a:off x="384048" y="1655064"/>
            <a:ext cx="391363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Model View (icon on left bar)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CustomerID from Customers table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onto CustomerID in Sales table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appears between the two tables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'1' end = dimension side (unique values)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'*' end = fact side (many rows)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line to verify settings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1285B5B-DE02-AFEE-2813-86631A2D1FE6}"/>
              </a:ext>
            </a:extLst>
          </p:cNvPr>
          <p:cNvSpPr/>
          <p:nvPr/>
        </p:nvSpPr>
        <p:spPr>
          <a:xfrm>
            <a:off x="4773168" y="123444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6A85638-6633-8145-A0DA-7506D9F53C2E}"/>
              </a:ext>
            </a:extLst>
          </p:cNvPr>
          <p:cNvSpPr/>
          <p:nvPr/>
        </p:nvSpPr>
        <p:spPr>
          <a:xfrm>
            <a:off x="4773168" y="1234440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0CF447E-587C-59FF-CC26-7B714A0158C3}"/>
              </a:ext>
            </a:extLst>
          </p:cNvPr>
          <p:cNvSpPr/>
          <p:nvPr/>
        </p:nvSpPr>
        <p:spPr>
          <a:xfrm>
            <a:off x="4901184" y="1271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relationship</a:t>
            </a:r>
            <a:endParaRPr lang="en-US" sz="12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6628264-E463-70B8-B7B8-DD3DAAA53EF4}"/>
              </a:ext>
            </a:extLst>
          </p:cNvPr>
          <p:cNvSpPr/>
          <p:nvPr/>
        </p:nvSpPr>
        <p:spPr>
          <a:xfrm>
            <a:off x="4901184" y="1655064"/>
            <a:ext cx="3913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1-to-many direction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IDs on the '1' side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join column</a:t>
            </a:r>
            <a:endParaRPr lang="en-US" sz="11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F4CBB89-3038-3D53-7077-42D22858DC03}"/>
              </a:ext>
            </a:extLst>
          </p:cNvPr>
          <p:cNvSpPr/>
          <p:nvPr/>
        </p:nvSpPr>
        <p:spPr>
          <a:xfrm>
            <a:off x="4773168" y="3063240"/>
            <a:ext cx="41148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86C89B8-C94B-0413-4598-632A090CC511}"/>
              </a:ext>
            </a:extLst>
          </p:cNvPr>
          <p:cNvSpPr/>
          <p:nvPr/>
        </p:nvSpPr>
        <p:spPr>
          <a:xfrm>
            <a:off x="4773168" y="3063240"/>
            <a:ext cx="4114800" cy="3474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D1BEF41-03A9-E4F6-CBCB-28EAA6A22251}"/>
              </a:ext>
            </a:extLst>
          </p:cNvPr>
          <p:cNvSpPr/>
          <p:nvPr/>
        </p:nvSpPr>
        <p:spPr>
          <a:xfrm>
            <a:off x="4901184" y="3099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Watch out for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DE65370-5CDC-CAC0-2095-4FABDFD8E1A9}"/>
              </a:ext>
            </a:extLst>
          </p:cNvPr>
          <p:cNvSpPr/>
          <p:nvPr/>
        </p:nvSpPr>
        <p:spPr>
          <a:xfrm>
            <a:off x="4901184" y="3483864"/>
            <a:ext cx="391363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(usually a modelling error)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relationships (dashed line)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keys — rows won't match up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209101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Table — Vital for Time Intelligence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8631936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67665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 a proper Date Table, DAX time intelligence functions (YTD, QTD, SAMEPERIODLASTYEAR) will fail or give wrong answers.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43000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Date Table is required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1563624"/>
            <a:ext cx="39136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 single date — no gaps allowed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day, contiguous from Jan 1 to Dec 31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as 'Date Table' in Power BI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to Sales[OrderDate] via DateKey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Year, Quarter, Month, Week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73168" y="1143000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73168" y="114300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01184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one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01184" y="1563624"/>
            <a:ext cx="39136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Modeling → New Table, then write: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DateTable = CALENDAR(DATE(2020,1,1), DATE(2026,12,31))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CALENDARAUTO() — reads min/max dates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columns: Year, Month, Quarter, WeekNum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it: Table tools → Mark as Date Table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3218688"/>
            <a:ext cx="8631936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56032" y="3218688"/>
            <a:ext cx="8631936" cy="34747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02336" y="32552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columns to add to your Date Table: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233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YEAR([Date])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1965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MonthNum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1965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MONTH([Date])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3697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MonthName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3697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FORMAT([Date],"MMMM")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5429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5429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"Q" &amp; QUARTER([Date])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7161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WeekNum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7161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WEEKNUM([Date])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8893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IsWeekend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8893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WEEKDAY([Date],2) &gt;= 6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CCC7-B0A5-D9E4-F937-7AE40F5A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8705F6-B354-2D63-B1EA-C7E6479F06E4}"/>
              </a:ext>
            </a:extLst>
          </p:cNvPr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4F6C64-00C0-E404-40E7-C5496656C632}"/>
              </a:ext>
            </a:extLst>
          </p:cNvPr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614C31-791C-2FA9-2C17-250459116BC1}"/>
              </a:ext>
            </a:extLst>
          </p:cNvPr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Table — Vital for Time Intelligence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59E2A1-3755-3EE3-6341-F41267C5B3C0}"/>
              </a:ext>
            </a:extLst>
          </p:cNvPr>
          <p:cNvSpPr/>
          <p:nvPr/>
        </p:nvSpPr>
        <p:spPr>
          <a:xfrm>
            <a:off x="256032" y="640080"/>
            <a:ext cx="8631936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8BFDA2-C988-8946-C9AA-853038DF07E9}"/>
              </a:ext>
            </a:extLst>
          </p:cNvPr>
          <p:cNvSpPr/>
          <p:nvPr/>
        </p:nvSpPr>
        <p:spPr>
          <a:xfrm>
            <a:off x="402336" y="67665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 a proper Date Table, DAX time intelligence functions (YTD, QTD, SAMEPERIODLASTYEAR) will fail or give wrong answers.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B5E41D3-3AE4-539F-E54E-944144C4E3BF}"/>
              </a:ext>
            </a:extLst>
          </p:cNvPr>
          <p:cNvSpPr/>
          <p:nvPr/>
        </p:nvSpPr>
        <p:spPr>
          <a:xfrm>
            <a:off x="384048" y="1563624"/>
            <a:ext cx="4273922" cy="2539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None/>
            </a:pPr>
            <a:r>
              <a:rPr lang="en-GB" sz="1200" b="0" i="0" dirty="0" err="1">
                <a:solidFill>
                  <a:srgbClr val="303030"/>
                </a:solidFill>
                <a:effectLst/>
              </a:rPr>
              <a:t>DateTable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 = 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VAR </a:t>
            </a:r>
            <a:r>
              <a:rPr lang="en-GB" sz="1200" b="0" i="0" dirty="0" err="1">
                <a:solidFill>
                  <a:srgbClr val="303030"/>
                </a:solidFill>
                <a:effectLst/>
              </a:rPr>
              <a:t>BaseCalendar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 = CALENDARAUTO()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RETURN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ADDCOLUMNS (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</a:t>
            </a:r>
            <a:r>
              <a:rPr lang="en-GB" sz="1200" b="0" i="0" dirty="0" err="1">
                <a:solidFill>
                  <a:srgbClr val="303030"/>
                </a:solidFill>
                <a:effectLst/>
              </a:rPr>
              <a:t>BaseCalendar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"Year", YEAR([Date]),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"Month Number", MONTH([Date]),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"Month Name", FORMAT([Date], "MMMM"),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"Quarter", "Q" &amp; FORMAT([Date], "Q"),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"Year Month", FORMAT([Date], "YYYY-MM"),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"Day of Week", FORMAT([Date], "DDDD")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308B8CA-343F-A56F-230E-A09491BFE0A0}"/>
              </a:ext>
            </a:extLst>
          </p:cNvPr>
          <p:cNvSpPr/>
          <p:nvPr/>
        </p:nvSpPr>
        <p:spPr>
          <a:xfrm>
            <a:off x="4901184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on</a:t>
            </a:r>
            <a:endParaRPr lang="en-US" sz="125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7C7C9D6F-F8CF-9C98-8F75-AD88476CDCAF}"/>
              </a:ext>
            </a:extLst>
          </p:cNvPr>
          <p:cNvSpPr/>
          <p:nvPr/>
        </p:nvSpPr>
        <p:spPr>
          <a:xfrm>
            <a:off x="256032" y="1143000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1FE3069-86E6-02B7-2053-724E50D70592}"/>
              </a:ext>
            </a:extLst>
          </p:cNvPr>
          <p:cNvSpPr/>
          <p:nvPr/>
        </p:nvSpPr>
        <p:spPr>
          <a:xfrm>
            <a:off x="384048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code:</a:t>
            </a:r>
            <a:endParaRPr lang="en-US" sz="125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69635FCC-A602-1EFB-FBFC-81663B6B497D}"/>
              </a:ext>
            </a:extLst>
          </p:cNvPr>
          <p:cNvSpPr/>
          <p:nvPr/>
        </p:nvSpPr>
        <p:spPr>
          <a:xfrm>
            <a:off x="4773168" y="114300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24EF76DC-9933-3732-41FD-8F0F27E957AA}"/>
              </a:ext>
            </a:extLst>
          </p:cNvPr>
          <p:cNvSpPr/>
          <p:nvPr/>
        </p:nvSpPr>
        <p:spPr>
          <a:xfrm>
            <a:off x="4928616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/remove elements as needed e.g.:</a:t>
            </a:r>
            <a:endParaRPr lang="en-US" sz="125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34F27FBF-C493-A597-1536-63E31B5BC9FB}"/>
              </a:ext>
            </a:extLst>
          </p:cNvPr>
          <p:cNvSpPr/>
          <p:nvPr/>
        </p:nvSpPr>
        <p:spPr>
          <a:xfrm>
            <a:off x="4798646" y="1716024"/>
            <a:ext cx="4273922" cy="2539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None/>
            </a:pPr>
            <a:r>
              <a:rPr lang="en-GB" sz="1200" b="0" i="0" dirty="0" err="1">
                <a:solidFill>
                  <a:srgbClr val="303030"/>
                </a:solidFill>
                <a:effectLst/>
              </a:rPr>
              <a:t>DateTable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 = 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VAR </a:t>
            </a:r>
            <a:r>
              <a:rPr lang="en-GB" sz="1200" b="0" i="0" dirty="0" err="1">
                <a:solidFill>
                  <a:srgbClr val="303030"/>
                </a:solidFill>
                <a:effectLst/>
              </a:rPr>
              <a:t>BaseCalendar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 = CALENDARAUTO()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RETURN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ADDCOLUMNS (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</a:t>
            </a:r>
            <a:r>
              <a:rPr lang="en-GB" sz="1200" b="0" i="0" dirty="0" err="1">
                <a:solidFill>
                  <a:srgbClr val="303030"/>
                </a:solidFill>
                <a:effectLst/>
              </a:rPr>
              <a:t>BaseCalendar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"Year", YEAR([Date]),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"Month Number", MONTH([Date]),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"Month Name", FORMAT([Date], "MMMM"),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 “Year Month", FORMAT([Date], "YYYY-MM"),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368157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DAX — 3 Core Functions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8631936" cy="402336"/>
          </a:xfrm>
          <a:prstGeom prst="rect">
            <a:avLst/>
          </a:prstGeom>
          <a:solidFill>
            <a:srgbClr val="EDE9FF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67665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= Data Analysis Expressions. Runs after data loads. Think: Excel formulas, but operating on entire tables and filtered contexts.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863193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1298448" cy="1060704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6032" y="1170432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64208" y="1261872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SUM(Sales[Revenue])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664208" y="1719072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every value in a column. Your most-used DAX function by far.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2359152"/>
            <a:ext cx="863193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56032" y="2359152"/>
            <a:ext cx="1298448" cy="1060704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6032" y="2359152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64208" y="2450592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Count = COUNT(Sales[OrderID])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664208" y="2907792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non-blank rows. Use COUNTA for text columns.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3547872"/>
            <a:ext cx="863193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032" y="3547872"/>
            <a:ext cx="1298448" cy="106070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56032" y="3547872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64208" y="3639312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 Sales = CALCULATE([Total Sales], Region[Region]="West")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664208" y="4096512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the filter context of a measure. The most powerful DAX function.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Deep Dive — SUM vs SUMX (Iterator Functions)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 points of confusion. Understanding this distinction unlocks a lot of DAX.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4160520" cy="402336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 —  Simple column total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SUM(Sales[Revenue])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" y="205740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" y="20299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an existing column directly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336" y="256032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" y="2532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must already exist in the table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2336" y="306324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080" y="30358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no row-by-row logic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2336" y="356616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353872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value already exists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2336" y="406908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Revenue column is already there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27448" y="105156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27448" y="1051560"/>
            <a:ext cx="4160520" cy="402336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46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SUMX  —  Row-by-row calculation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= SUMX(Sales, Sales[Price]*Sales[Qty])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64608" y="205740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102352" y="20299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row by row, calculates, then sums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64608" y="256032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102352" y="2532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you need to multiply first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64608" y="306324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102352" y="30358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slower on very large tables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64608" y="356616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102352" y="353872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value must be derived per row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64608" y="406908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102352" y="404164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Price × Qty column doesn't exist yet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56032" y="4901184"/>
            <a:ext cx="8631936" cy="182880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02336" y="4910328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Same X-pattern applies to: AVERAGEX, COUNTX, MAXX, MINX — all iterator functions that evaluate per row then aggregate.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DAX Functions — Reference Sheet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1261872" cy="135331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56032" y="68580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27632" y="777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DISTINCTCOUNT(Sales[CustomerID])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27632" y="12161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unique values. Different from COUNT which counts all non-blanks.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0016" y="68580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00016" y="685800"/>
            <a:ext cx="1261872" cy="135331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00016" y="68580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71616" y="777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DIVIDE([Total Sales], [Order Count], 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71616" y="12161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division — returns 0 instead of error when denominator is zero.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214884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56032" y="2148840"/>
            <a:ext cx="1261872" cy="135331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6032" y="214884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27632" y="22402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IF([Margin%] &gt; 0.2, "High", "Low")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27632" y="26791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logic. Returns one of two values based on a true/false test.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0016" y="214884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00016" y="2148840"/>
            <a:ext cx="1261872" cy="135331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00016" y="214884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71616" y="22402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RELATED(Customers[Segment])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71616" y="26791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a value from a related table. Requires an active relationship.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" y="361188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56032" y="3611880"/>
            <a:ext cx="1261872" cy="135331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56032" y="361188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627632" y="37033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CALCULATE([Sales], ALL(Region))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27632" y="41422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filters — use it to calculate % of grand total.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0016" y="361188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700016" y="3611880"/>
            <a:ext cx="1261872" cy="13533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00016" y="361188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71616" y="37033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RANKX(ALL(Products), [Total Sales])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71616" y="41422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items across the full list regardless of any slicer filter.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39622-07A5-B164-1336-9DE1D1F9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E6B3C3-F54C-D553-2695-BF53BD4FBCAB}"/>
              </a:ext>
            </a:extLst>
          </p:cNvPr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D64C7FE-B1A1-1F30-5229-4A629FA1BA14}"/>
              </a:ext>
            </a:extLst>
          </p:cNvPr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ACFCAC-DA3F-9E7F-6263-04B97ABF3AAD}"/>
              </a:ext>
            </a:extLst>
          </p:cNvPr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DAX — The Most Requested Calculations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DF2ECF8A-2D27-1F62-C115-E69AF404E893}"/>
              </a:ext>
            </a:extLst>
          </p:cNvPr>
          <p:cNvSpPr/>
          <p:nvPr/>
        </p:nvSpPr>
        <p:spPr>
          <a:xfrm>
            <a:off x="365760" y="69494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Requires a proper Date Table marked as Date Table and linked to your fact table's date column.</a:t>
            </a:r>
            <a:endParaRPr lang="en-US" sz="1100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DD7BD544-DCA1-96DB-F999-4896A34E01F5}"/>
              </a:ext>
            </a:extLst>
          </p:cNvPr>
          <p:cNvSpPr/>
          <p:nvPr/>
        </p:nvSpPr>
        <p:spPr>
          <a:xfrm>
            <a:off x="320040" y="1069848"/>
            <a:ext cx="4160520" cy="18745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8A06CFD3-14D0-7EF7-49ED-9E374048D048}"/>
              </a:ext>
            </a:extLst>
          </p:cNvPr>
          <p:cNvSpPr/>
          <p:nvPr/>
        </p:nvSpPr>
        <p:spPr>
          <a:xfrm>
            <a:off x="320040" y="1069848"/>
            <a:ext cx="4160520" cy="347472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5FB9EE51-5D4C-2698-48B9-67421ED6C93D}"/>
              </a:ext>
            </a:extLst>
          </p:cNvPr>
          <p:cNvSpPr/>
          <p:nvPr/>
        </p:nvSpPr>
        <p:spPr>
          <a:xfrm>
            <a:off x="411480" y="1097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TOTALYTD</a:t>
            </a:r>
            <a:endParaRPr lang="en-US" sz="13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EDD224F5-1D0E-6995-4F42-159320C3EB37}"/>
              </a:ext>
            </a:extLst>
          </p:cNvPr>
          <p:cNvSpPr/>
          <p:nvPr/>
        </p:nvSpPr>
        <p:spPr>
          <a:xfrm>
            <a:off x="411480" y="1463040"/>
            <a:ext cx="393192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D48818B7-2005-0A48-B0A4-854826439C48}"/>
              </a:ext>
            </a:extLst>
          </p:cNvPr>
          <p:cNvSpPr/>
          <p:nvPr/>
        </p:nvSpPr>
        <p:spPr>
          <a:xfrm>
            <a:off x="457200" y="149047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YTD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TOTALYTD([Total Sales], DateTable[Date])</a:t>
            </a:r>
            <a:endParaRPr lang="en-US" sz="9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AA0F8429-F959-5EC0-67A5-89A4654566FF}"/>
              </a:ext>
            </a:extLst>
          </p:cNvPr>
          <p:cNvSpPr/>
          <p:nvPr/>
        </p:nvSpPr>
        <p:spPr>
          <a:xfrm>
            <a:off x="429768" y="21671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a measure from Jan 1 to the current date in filter context.</a:t>
            </a:r>
            <a:endParaRPr lang="en-US" sz="95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8508CFFF-C1C3-B995-E4A3-53FAD4A2C166}"/>
              </a:ext>
            </a:extLst>
          </p:cNvPr>
          <p:cNvSpPr/>
          <p:nvPr/>
        </p:nvSpPr>
        <p:spPr>
          <a:xfrm>
            <a:off x="429768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KPI cards, YTD vs target lines</a:t>
            </a:r>
            <a:endParaRPr lang="en-US" sz="90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59284E6D-C8F3-BA39-7A79-8ECA035FBC58}"/>
              </a:ext>
            </a:extLst>
          </p:cNvPr>
          <p:cNvSpPr/>
          <p:nvPr/>
        </p:nvSpPr>
        <p:spPr>
          <a:xfrm>
            <a:off x="4663440" y="1069848"/>
            <a:ext cx="4160520" cy="18745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DD0D4FBA-D4EA-1935-3F20-E6B16FB4F89B}"/>
              </a:ext>
            </a:extLst>
          </p:cNvPr>
          <p:cNvSpPr/>
          <p:nvPr/>
        </p:nvSpPr>
        <p:spPr>
          <a:xfrm>
            <a:off x="4663440" y="1069848"/>
            <a:ext cx="416052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47040ABC-57D1-FF8E-6670-BD0807D701C1}"/>
              </a:ext>
            </a:extLst>
          </p:cNvPr>
          <p:cNvSpPr/>
          <p:nvPr/>
        </p:nvSpPr>
        <p:spPr>
          <a:xfrm>
            <a:off x="4754880" y="1097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SAMEPERIODLASTYEAR</a:t>
            </a:r>
            <a:endParaRPr lang="en-US" sz="1300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F437A28B-41BF-EAC1-4B29-DE878DCEE64A}"/>
              </a:ext>
            </a:extLst>
          </p:cNvPr>
          <p:cNvSpPr/>
          <p:nvPr/>
        </p:nvSpPr>
        <p:spPr>
          <a:xfrm>
            <a:off x="4754880" y="1463040"/>
            <a:ext cx="393192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1FD0B3F7-1EA6-4CF7-D34F-5AD0FD0B53A3}"/>
              </a:ext>
            </a:extLst>
          </p:cNvPr>
          <p:cNvSpPr/>
          <p:nvPr/>
        </p:nvSpPr>
        <p:spPr>
          <a:xfrm>
            <a:off x="4800600" y="149047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LY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Sales],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SAMEPERIODLASTYEAR(DateTable[Date]))</a:t>
            </a:r>
            <a:endParaRPr lang="en-US" sz="90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465C50FE-8914-CC64-60BA-F9BA1D1D43B7}"/>
              </a:ext>
            </a:extLst>
          </p:cNvPr>
          <p:cNvSpPr/>
          <p:nvPr/>
        </p:nvSpPr>
        <p:spPr>
          <a:xfrm>
            <a:off x="4773168" y="21671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same period from the prior year — works at any grain (day/month/quarter).</a:t>
            </a:r>
            <a:endParaRPr lang="en-US" sz="95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7084BF7F-BEA7-F684-97A0-62388C158D71}"/>
              </a:ext>
            </a:extLst>
          </p:cNvPr>
          <p:cNvSpPr/>
          <p:nvPr/>
        </p:nvSpPr>
        <p:spPr>
          <a:xfrm>
            <a:off x="4773168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YoY comparison line charts</a:t>
            </a:r>
            <a:endParaRPr lang="en-US" sz="90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32D8D71F-658B-6735-182B-BDD3273EC6A2}"/>
              </a:ext>
            </a:extLst>
          </p:cNvPr>
          <p:cNvSpPr/>
          <p:nvPr/>
        </p:nvSpPr>
        <p:spPr>
          <a:xfrm>
            <a:off x="320040" y="3063240"/>
            <a:ext cx="4160520" cy="18745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B6A1B2E0-566C-9DFF-E65B-82D585C4E659}"/>
              </a:ext>
            </a:extLst>
          </p:cNvPr>
          <p:cNvSpPr/>
          <p:nvPr/>
        </p:nvSpPr>
        <p:spPr>
          <a:xfrm>
            <a:off x="320040" y="3063240"/>
            <a:ext cx="416052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588FF38-A252-36CC-E73D-13D24424477B}"/>
              </a:ext>
            </a:extLst>
          </p:cNvPr>
          <p:cNvSpPr/>
          <p:nvPr/>
        </p:nvSpPr>
        <p:spPr>
          <a:xfrm>
            <a:off x="411480" y="3090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DATEADD</a:t>
            </a:r>
            <a:endParaRPr lang="en-US" sz="13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4CD43FC7-5484-4FCA-9EE3-F18C1A9A4421}"/>
              </a:ext>
            </a:extLst>
          </p:cNvPr>
          <p:cNvSpPr/>
          <p:nvPr/>
        </p:nvSpPr>
        <p:spPr>
          <a:xfrm>
            <a:off x="411480" y="3456432"/>
            <a:ext cx="393192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84B145FD-EE4D-8198-0A4C-22737EA1D89D}"/>
              </a:ext>
            </a:extLst>
          </p:cNvPr>
          <p:cNvSpPr/>
          <p:nvPr/>
        </p:nvSpPr>
        <p:spPr>
          <a:xfrm>
            <a:off x="457200" y="34838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PM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Sales],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DATEADD(DateTable[Date], -1, MONTH))</a:t>
            </a:r>
            <a:endParaRPr lang="en-US" sz="9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0E656FDA-F4E9-08A7-ECD6-CEFFD370DA28}"/>
              </a:ext>
            </a:extLst>
          </p:cNvPr>
          <p:cNvSpPr/>
          <p:nvPr/>
        </p:nvSpPr>
        <p:spPr>
          <a:xfrm>
            <a:off x="429768" y="41605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 date context by N intervals. Use -1 MONTH for prior month, -1 YEAR for prior year.</a:t>
            </a:r>
            <a:endParaRPr lang="en-US" sz="95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C9A8007E-C901-BB38-3FAA-FFCAF66896D2}"/>
              </a:ext>
            </a:extLst>
          </p:cNvPr>
          <p:cNvSpPr/>
          <p:nvPr/>
        </p:nvSpPr>
        <p:spPr>
          <a:xfrm>
            <a:off x="429768" y="4599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MoM change calculations</a:t>
            </a:r>
            <a:endParaRPr lang="en-US" sz="9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2253FBE5-DCC8-692B-2A84-3904AB92B2A4}"/>
              </a:ext>
            </a:extLst>
          </p:cNvPr>
          <p:cNvSpPr/>
          <p:nvPr/>
        </p:nvSpPr>
        <p:spPr>
          <a:xfrm>
            <a:off x="4663440" y="3063240"/>
            <a:ext cx="4160520" cy="18745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FEBBAED6-8A0B-9AD5-6D19-8535017CF04E}"/>
              </a:ext>
            </a:extLst>
          </p:cNvPr>
          <p:cNvSpPr/>
          <p:nvPr/>
        </p:nvSpPr>
        <p:spPr>
          <a:xfrm>
            <a:off x="4663440" y="3063240"/>
            <a:ext cx="4160520" cy="347472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9816C8A3-7955-5A26-BF56-667D058B3228}"/>
              </a:ext>
            </a:extLst>
          </p:cNvPr>
          <p:cNvSpPr/>
          <p:nvPr/>
        </p:nvSpPr>
        <p:spPr>
          <a:xfrm>
            <a:off x="4754880" y="3090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YoY</a:t>
            </a:r>
            <a:endParaRPr lang="en-US" sz="13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5364B119-DA6D-3B9C-0B9C-AA2C668CD251}"/>
              </a:ext>
            </a:extLst>
          </p:cNvPr>
          <p:cNvSpPr/>
          <p:nvPr/>
        </p:nvSpPr>
        <p:spPr>
          <a:xfrm>
            <a:off x="4754880" y="3456432"/>
            <a:ext cx="393192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EF1A13B1-A23B-5761-A693-62BBA9A4BD37}"/>
              </a:ext>
            </a:extLst>
          </p:cNvPr>
          <p:cNvSpPr/>
          <p:nvPr/>
        </p:nvSpPr>
        <p:spPr>
          <a:xfrm>
            <a:off x="4800600" y="34838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YoY %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[Total Sales] - [Sales LY],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[Sales LY], 0)</a:t>
            </a:r>
            <a:endParaRPr lang="en-US" sz="9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A03B8724-55BD-F70E-A2DF-AAE6E64A9569}"/>
              </a:ext>
            </a:extLst>
          </p:cNvPr>
          <p:cNvSpPr/>
          <p:nvPr/>
        </p:nvSpPr>
        <p:spPr>
          <a:xfrm>
            <a:off x="4773168" y="41605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SAMEPERIODLASTYEAR and DIVIDE to get a clean percentage change with no divide-by-zero error.</a:t>
            </a:r>
            <a:endParaRPr lang="en-US" sz="95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333A52DA-6208-3DD5-F7B3-3D7157662246}"/>
              </a:ext>
            </a:extLst>
          </p:cNvPr>
          <p:cNvSpPr/>
          <p:nvPr/>
        </p:nvSpPr>
        <p:spPr>
          <a:xfrm>
            <a:off x="4773168" y="4599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Growth metrics, exec dashboards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70039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vs Measures — Key Distinction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learners often mix these up. They behave very differently and serve different purposes.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160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4160520" cy="40233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Calculated Column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" y="157276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5727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Data 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207568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0756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by row at refresh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" y="25786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5786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(uses RAM)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308152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3081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column in the 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" y="358444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5844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labels, bucketing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408736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40873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[Profit] = [Revenue] – [Cost]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7448" y="1051560"/>
            <a:ext cx="4160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27448" y="1051560"/>
            <a:ext cx="4160520" cy="402336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46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Measure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157276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157276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 (New Measure)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07568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44768" y="20756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demand, per visual's filter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57860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44768" y="257860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only — no data stored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08152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44768" y="308152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with a calculator icon (fx)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58444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44768" y="358444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aggregations, ratios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08736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44768" y="408736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[Avg Order] = DIVIDE([Sales],[Orders])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" y="4901184"/>
            <a:ext cx="8631936" cy="182880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02336" y="4910328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Prefer measures over calculated columns wherever possible — they are dynamic, reusable, and don't bloat your model.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3 — Exercise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Session_3_AdventureWorks Sales + Customers tables. Create model, Date Table, and key measures.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Build the model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380744"/>
            <a:ext cx="3913632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customer tables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Model View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relationship: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ShipToAddressID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→ customer[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AddressID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Date Table: CALENDARAUTO()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Year, 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MonthNum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MonthName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Quarter columns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Date Table → link to 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960120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Write measures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380744"/>
            <a:ext cx="3913632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= SUM(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TotalDue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= SUM(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Amount = SUM(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TaxAmt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= DISTINCTCOUNT(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SalesOrderID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= DIVIDE([Total Revenue],[Order Count])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Country slicer (customer[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CountryName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Year slicer from the Date Table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Storytelling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Visual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56032" y="80467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 Chart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8366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Compare categories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More than 10-12 bars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13232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00400" y="80467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88366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Trends over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Non-time categories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713232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144768" y="80467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🥧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54496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 Chart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188366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 of whole (&lt; 5 parts)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4496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Many slices — use bar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889504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059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Geographic distribution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If location isn't the 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9504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200400" y="29809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10128" y="3657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4059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Single headline KPI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More than 3–4 per page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44768" y="2889504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144768" y="29809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54496" y="3657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Matrix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54496" y="4059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Detailed row-level data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54496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As the only page visual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Principles — Keep it Clean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413308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4133088" cy="384048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02336" y="713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152144"/>
            <a:ext cx="387705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visuals together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story per page or tab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fonts, sizes and colours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that state the insight not just the metric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is your friend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KPI top-left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3308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54880" y="685800"/>
            <a:ext cx="4133088" cy="38404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01184" y="713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DON'T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9472" y="1152144"/>
            <a:ext cx="387705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8 different chart types on one page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3D charts — they distort values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red/green as your only contrast (accessibility)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fonts below 10pt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put raw tables next to summary charts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WordArt or clip art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Interactivity — Beyond Static Charts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are what make Power BI reports feel powerful.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60704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60704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Cross-filter &amp; Cross-highlight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39136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bar, segment or map region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visuals on the page filter automatically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Ctrl to select multiple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behaviour: Format → Edit interactions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1060704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1060704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Tooltips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481328"/>
            <a:ext cx="39136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any data point to see details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Customise: add more fields to the Tooltip well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 tooltip: design a full mini-page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context without cluttering the main view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12724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56032" y="3127248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Drill-through Pages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" y="3547872"/>
            <a:ext cx="3913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data point → Drill through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user to a detail page filtered to that item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click 'West' → see West-only detail report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drag a field to the Drill through well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3168" y="312724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73168" y="3127248"/>
            <a:ext cx="4114800" cy="34747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01184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Drill-down in Visuals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01184" y="3547872"/>
            <a:ext cx="3913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in a visual: Year → Quarter → Month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expand arrows to go deeper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 bar to drill into its children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date hierarchy or product category hierarchy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DE379-26DA-8A53-C86E-3C83ABD8A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739E19-BDEA-F78D-BBAD-274838A5B4B9}"/>
              </a:ext>
            </a:extLst>
          </p:cNvPr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72F843-71F1-6AC9-B095-FE56B15D03C4}"/>
              </a:ext>
            </a:extLst>
          </p:cNvPr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645D23-21E3-C91C-887B-55A2E8BB3054}"/>
              </a:ext>
            </a:extLst>
          </p:cNvPr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— Navigation, Show/Hide &amp; Storytelling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F805A8-1CFD-2F92-01DD-B5B515910123}"/>
              </a:ext>
            </a:extLst>
          </p:cNvPr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capture the current state of a page — slicers, filters, visible visuals — and let users jump to it with one click</a:t>
            </a:r>
            <a:endParaRPr lang="en-US" sz="130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141D1AA1-418F-EEDF-EA6E-C7AB2655EC8B}"/>
              </a:ext>
            </a:extLst>
          </p:cNvPr>
          <p:cNvSpPr/>
          <p:nvPr/>
        </p:nvSpPr>
        <p:spPr>
          <a:xfrm>
            <a:off x="320040" y="1115568"/>
            <a:ext cx="2788920" cy="361188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1D200EA6-BA94-8223-E44D-481D8880C6A0}"/>
              </a:ext>
            </a:extLst>
          </p:cNvPr>
          <p:cNvSpPr/>
          <p:nvPr/>
        </p:nvSpPr>
        <p:spPr>
          <a:xfrm>
            <a:off x="320040" y="1115568"/>
            <a:ext cx="2788920" cy="384048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E1B2E7B4-95D0-252E-2772-5961C48D2CBF}"/>
              </a:ext>
            </a:extLst>
          </p:cNvPr>
          <p:cNvSpPr/>
          <p:nvPr/>
        </p:nvSpPr>
        <p:spPr>
          <a:xfrm>
            <a:off x="411480" y="11338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Page Navigation Buttons</a:t>
            </a:r>
            <a:endParaRPr lang="en-US" sz="1150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5A5DE2E4-B540-5D8F-DCE2-728971BB22E8}"/>
              </a:ext>
            </a:extLst>
          </p:cNvPr>
          <p:cNvSpPr/>
          <p:nvPr/>
        </p:nvSpPr>
        <p:spPr>
          <a:xfrm>
            <a:off x="429768" y="1572768"/>
            <a:ext cx="2560320" cy="3063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 nav bar across the top of your report.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View → Bookmarks → Add (one per page)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Insert → Button → Blank → set Action = Bookmark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Assign each button to the relevant bookmark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Result: a menu that feels like a real app</a:t>
            </a:r>
            <a:endParaRPr lang="en-US" sz="1000" dirty="0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5C6149E0-1E2D-391A-62E9-938C0D949FC3}"/>
              </a:ext>
            </a:extLst>
          </p:cNvPr>
          <p:cNvSpPr/>
          <p:nvPr/>
        </p:nvSpPr>
        <p:spPr>
          <a:xfrm>
            <a:off x="3246120" y="1115568"/>
            <a:ext cx="2788920" cy="361188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28A1A82B-3708-CBC9-68B7-1B91803ACDB6}"/>
              </a:ext>
            </a:extLst>
          </p:cNvPr>
          <p:cNvSpPr/>
          <p:nvPr/>
        </p:nvSpPr>
        <p:spPr>
          <a:xfrm>
            <a:off x="3246120" y="1115568"/>
            <a:ext cx="27889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BE5E92A6-34DD-7ED2-9B1B-2B1EDE2BA253}"/>
              </a:ext>
            </a:extLst>
          </p:cNvPr>
          <p:cNvSpPr/>
          <p:nvPr/>
        </p:nvSpPr>
        <p:spPr>
          <a:xfrm>
            <a:off x="3337560" y="11338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Show / Hide a Visual</a:t>
            </a:r>
            <a:endParaRPr lang="en-US" sz="1150" dirty="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9723D4F8-73D6-3B82-5091-0DB7B392D8FA}"/>
              </a:ext>
            </a:extLst>
          </p:cNvPr>
          <p:cNvSpPr/>
          <p:nvPr/>
        </p:nvSpPr>
        <p:spPr>
          <a:xfrm>
            <a:off x="3355848" y="1572768"/>
            <a:ext cx="25603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Toggle a helper panel or info box without extra pages.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Add a visual (e.g. an info box with text)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Create two bookmarks: one with it visible, one hidden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Link buttons to each bookmark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clean 'info' button that reveals detail on click</a:t>
            </a:r>
            <a:endParaRPr lang="en-US" sz="1000" dirty="0"/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3DFC1031-30E1-1171-281D-E7A65DF78995}"/>
              </a:ext>
            </a:extLst>
          </p:cNvPr>
          <p:cNvSpPr/>
          <p:nvPr/>
        </p:nvSpPr>
        <p:spPr>
          <a:xfrm>
            <a:off x="6172200" y="1115568"/>
            <a:ext cx="2788920" cy="361188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635BE042-7234-6341-D771-A846FDF4B5E7}"/>
              </a:ext>
            </a:extLst>
          </p:cNvPr>
          <p:cNvSpPr/>
          <p:nvPr/>
        </p:nvSpPr>
        <p:spPr>
          <a:xfrm>
            <a:off x="6172200" y="1115568"/>
            <a:ext cx="2788920" cy="384048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BA6DC2FF-4976-41AF-DBA7-CF144902AEAD}"/>
              </a:ext>
            </a:extLst>
          </p:cNvPr>
          <p:cNvSpPr/>
          <p:nvPr/>
        </p:nvSpPr>
        <p:spPr>
          <a:xfrm>
            <a:off x="6263640" y="11338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Guided Story Mode</a:t>
            </a:r>
            <a:endParaRPr lang="en-US" sz="1150" dirty="0"/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DD52C119-1314-C603-1816-7F4D61ACEDA5}"/>
              </a:ext>
            </a:extLst>
          </p:cNvPr>
          <p:cNvSpPr/>
          <p:nvPr/>
        </p:nvSpPr>
        <p:spPr>
          <a:xfrm>
            <a:off x="6281928" y="1572768"/>
            <a:ext cx="2560320" cy="3063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Walk stakeholders through key insights step by step.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Set slicers/highlights for each 'moment'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Bookmark each state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Use View → Bookmark Navigator for automatic ordering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slide-show style walkthrough inside Power BI</a:t>
            </a:r>
            <a:endParaRPr lang="en-US" sz="1000" dirty="0"/>
          </a:p>
        </p:txBody>
      </p:sp>
      <p:sp>
        <p:nvSpPr>
          <p:cNvPr id="62" name="Shape 14">
            <a:extLst>
              <a:ext uri="{FF2B5EF4-FFF2-40B4-BE49-F238E27FC236}">
                <a16:creationId xmlns:a16="http://schemas.microsoft.com/office/drawing/2014/main" id="{0C023139-A58F-2D4D-2A0C-56EB43B8C130}"/>
              </a:ext>
            </a:extLst>
          </p:cNvPr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F9B86FB3-AE06-8F29-14E9-5948DEEC3747}"/>
              </a:ext>
            </a:extLst>
          </p:cNvPr>
          <p:cNvSpPr/>
          <p:nvPr/>
        </p:nvSpPr>
        <p:spPr>
          <a:xfrm>
            <a:off x="457200" y="48188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Open Bookmarks panel: View → Bookmarks  |  Bookmark Navigator: Insert → Buttons → Navigator → Bookmark Navigator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35231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Quick Wins for Beginners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includes built-in AI tools that make dashboards feel intelligent. Great for portfolio demos, however, you need a Premium subscription</a:t>
            </a: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use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11480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88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Q&amp;A Visual — Ask Your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472184"/>
            <a:ext cx="391363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Q&amp;A visual on the report canvas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question: 'Total sales by region 2024'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automatically builds the visual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explore without knowing chart types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answer to a standard visual to keep 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1051560"/>
            <a:ext cx="411480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1051560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1088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Smart Narratives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472184"/>
            <a:ext cx="391363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Smart Narrative visual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auto-generates a text summary of the page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dynamically when slicers are applied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'West had the highest sales at $420K (+12% YoY)'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exec reports — tells the story in words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291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56032" y="329184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Key Influencers Visual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" y="3712464"/>
            <a:ext cx="3913632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factors drive a metric up or down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Key Influencers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your metric + potential factors in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explains: 'Sales are higher when Region = West'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3168" y="3291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73168" y="3291840"/>
            <a:ext cx="4114800" cy="34747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01184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Anomaly Detection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01184" y="3712464"/>
            <a:ext cx="3913632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line chart → Find anomalies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highlights unusual spikes or dips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likely causes automatically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during data exploration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That Tell a Story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should tell the reader WHAT to see — not just what the chart shows.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39319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02336" y="127101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Sales by Region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315968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718304" y="127101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West leads with 42% of total revenue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075688"/>
            <a:ext cx="39319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02336" y="22037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Monthly Orders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075688"/>
            <a:ext cx="4315968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18304" y="220370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Orders peak every December — plan stock accordingly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3008376"/>
            <a:ext cx="39319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02336" y="31363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Customer Count by Segment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008376"/>
            <a:ext cx="4315968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18304" y="313639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Consumer segment drives 60% of customer 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" y="3941064"/>
            <a:ext cx="39319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2336" y="40690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Profit Margin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941064"/>
            <a:ext cx="4315968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18304" y="40690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Technology margins are 3× higher than Office supplies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4 — Final Project  |  AdventureWorks Sales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548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multi-page AdventureWorks executive dashboard using two real datasets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676656"/>
          </a:xfrm>
          <a:prstGeom prst="rect">
            <a:avLst/>
          </a:prstGeom>
          <a:solidFill>
            <a:srgbClr val="1A1F3A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" cy="676656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20624" y="850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AdventureWorks_CustomerMaster.csv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10972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19,193 rows  ·  AddressID, City, State, Country, PostalCode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676656"/>
          </a:xfrm>
          <a:prstGeom prst="rect">
            <a:avLst/>
          </a:prstGeom>
          <a:solidFill>
            <a:srgbClr val="1A1F3A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73152" cy="676656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850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AdventureWorks_SalesOrders.xlsx  (2 sheets)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01184" y="10972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9,603 rows  ·  OrderDate, CustomerID, ShipToAddressID, SubTotal, TotalDue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636776"/>
            <a:ext cx="347472" cy="347472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74320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" y="1600200"/>
            <a:ext cx="3749040" cy="1051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" y="165506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combine both Excel sheets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1984248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Excel → select both 2013 and 2014 sheets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Query: Append Queries as New → name it 'All_Sales'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Column Quality — fix OrderDate if it loaded as text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347472" cy="347472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74320" y="2779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" y="2743200"/>
            <a:ext cx="3749040" cy="1051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22960" y="279806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Customer CSV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127248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Text/CSV → AdventureWorks_CustomerMaster.csv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AddressID → CustomerAddressID for clarity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duplicate AddressIDs — flag any in Column Quality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922776"/>
            <a:ext cx="347472" cy="347472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74320" y="3922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" y="3886200"/>
            <a:ext cx="3749040" cy="1051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22960" y="394106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relationships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270248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All_Sales[ShipToAddressID] → CustomerMaster[AddressID]  (Many:1)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Date Table: DateTable = CALENDARAUTO()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Date Table → link to All_Sales[OrderDate]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1636776"/>
            <a:ext cx="347472" cy="347472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617720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1655064"/>
            <a:ext cx="3584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Geography dimension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1984248"/>
            <a:ext cx="3584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Query: Reference CustomerMaster query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only: City, ProvinceStateName, CountryName, CountryRegionCode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→ this becomes your Dim_Geography table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back to CustomerMaster[AddressID]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2779776"/>
            <a:ext cx="347472" cy="347472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617720" y="2779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84064" y="1600200"/>
            <a:ext cx="3785616" cy="1051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166360" y="2798064"/>
            <a:ext cx="3584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core measures table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38928" y="1798906"/>
            <a:ext cx="3584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blank table called '_Measures' to keep things tidy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= SUM(All_Sales[TotalDue])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= DISTINCTCOUNT(All_Sales[SalesOrderID])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= DIVIDE([Total Revenue], [Order Count], 0)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84064" y="2733353"/>
            <a:ext cx="3785616" cy="1051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5166360" y="3941064"/>
            <a:ext cx="3584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model before building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25796" y="2930301"/>
            <a:ext cx="3584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does filtering by Country update Order Count correctly?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does the Date Table span 2013–2014 fully?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Revenue looks wrong, inspect SubTotal vs TotalDue — use TotalDue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includes tax + freight — the real customer-facing figure)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4 — Final Project  |  Advanced DAX &amp; Dashboard Build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548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these measures in order — each one builds on the last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" y="1216152"/>
            <a:ext cx="2834640" cy="329184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92608" y="12344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" y="15636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92608" y="15727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" y="17647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4320" y="17830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Revenue],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SAMEPERIODLASTYEAR(DateTable[Date]))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9456" y="24780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2608" y="24871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YTD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9456" y="26791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74320" y="26974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TOTALYTD([Total Revenue], DateTable[Date])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9456" y="33924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92608" y="34015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 Change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9456" y="35935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4320" y="36118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[Total Revenue] - [Revenue LY],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[Revenue LY], BLANK())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72968" y="1216152"/>
            <a:ext cx="283464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246120" y="12344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Running &amp; Rolling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72968" y="15636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46120" y="15727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17647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227832" y="17830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Revenue],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DATESYTD(DateTable[Date]))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72968" y="24780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246120" y="24871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3M Avg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26791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227832" y="26974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Revenue],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DATESINPERIOD(DateTable[Date],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LASTDATE(DateTable[Date]),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-3, MONTH)) / 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72968" y="33924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246120" y="34015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Change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72968" y="35935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227832" y="36118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Revenue],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DATEADD(DateTable[Date],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-1, MONTH))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1216152"/>
            <a:ext cx="2834640" cy="329184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199632" y="12344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Ranking &amp; Segmentation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15636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199632" y="15727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Rank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17647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181344" y="17830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RANKX(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ALL(CustomerMaster[AddressID]),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[Total Revenue],, DESC, Dense)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26480" y="24780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199632" y="24871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Flag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26791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181344" y="26974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IF([Total Revenue] 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CALCULATE(AVERAGE([Total Revenue]),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ALL(CustomerMaster)),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"High", "Standard")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3392424"/>
            <a:ext cx="2834640" cy="2011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199632" y="340156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26480" y="3593592"/>
            <a:ext cx="28346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181344" y="361188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Revenue],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CALCULATE([Total Revenue],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ALL(All_Sales)), 0)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5969-4266-EAFF-985D-65BA9059F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48">
            <a:extLst>
              <a:ext uri="{FF2B5EF4-FFF2-40B4-BE49-F238E27FC236}">
                <a16:creationId xmlns:a16="http://schemas.microsoft.com/office/drawing/2014/main" id="{A2632988-5E7E-C67E-113F-203FE1323F1D}"/>
              </a:ext>
            </a:extLst>
          </p:cNvPr>
          <p:cNvSpPr/>
          <p:nvPr/>
        </p:nvSpPr>
        <p:spPr>
          <a:xfrm>
            <a:off x="5621449" y="1296166"/>
            <a:ext cx="1700784" cy="3258782"/>
          </a:xfrm>
          <a:prstGeom prst="rect">
            <a:avLst/>
          </a:prstGeom>
          <a:solidFill>
            <a:srgbClr val="1A1F3A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46063BB-7DD4-7315-2284-A3390EEEBE8E}"/>
              </a:ext>
            </a:extLst>
          </p:cNvPr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682F41-80FD-DE95-E34A-357FED662820}"/>
              </a:ext>
            </a:extLst>
          </p:cNvPr>
          <p:cNvSpPr/>
          <p:nvPr/>
        </p:nvSpPr>
        <p:spPr>
          <a:xfrm>
            <a:off x="274320" y="3657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4 — Final Project  |  Advanced DAX &amp; Dashboard Build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6B02AF-7A5E-9402-14F3-9BC1BA798F60}"/>
              </a:ext>
            </a:extLst>
          </p:cNvPr>
          <p:cNvSpPr/>
          <p:nvPr/>
        </p:nvSpPr>
        <p:spPr>
          <a:xfrm>
            <a:off x="7132320" y="548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3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A27F3CD-9033-211A-1483-ADC291AC1593}"/>
              </a:ext>
            </a:extLst>
          </p:cNvPr>
          <p:cNvSpPr/>
          <p:nvPr/>
        </p:nvSpPr>
        <p:spPr>
          <a:xfrm>
            <a:off x="0" y="786384"/>
            <a:ext cx="9144000" cy="2743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A4ECC5E-A838-8D1B-A027-0C8C4045B1A7}"/>
              </a:ext>
            </a:extLst>
          </p:cNvPr>
          <p:cNvSpPr/>
          <p:nvPr/>
        </p:nvSpPr>
        <p:spPr>
          <a:xfrm>
            <a:off x="274320" y="816631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</a:t>
            </a:r>
            <a:endParaRPr lang="en-US" sz="10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E268EBC5-4C7B-4981-B232-1FCC60524370}"/>
              </a:ext>
            </a:extLst>
          </p:cNvPr>
          <p:cNvSpPr/>
          <p:nvPr/>
        </p:nvSpPr>
        <p:spPr>
          <a:xfrm>
            <a:off x="1434201" y="1311023"/>
            <a:ext cx="1700784" cy="3258782"/>
          </a:xfrm>
          <a:prstGeom prst="rect">
            <a:avLst/>
          </a:prstGeom>
          <a:solidFill>
            <a:srgbClr val="1A1F3A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DEF39A36-5385-2D63-57DA-B223AC8D7503}"/>
              </a:ext>
            </a:extLst>
          </p:cNvPr>
          <p:cNvSpPr/>
          <p:nvPr/>
        </p:nvSpPr>
        <p:spPr>
          <a:xfrm>
            <a:off x="1486251" y="1441677"/>
            <a:ext cx="256032" cy="256032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375CB6F6-5F11-9BFE-2FC4-AC0EBFA33354}"/>
              </a:ext>
            </a:extLst>
          </p:cNvPr>
          <p:cNvSpPr/>
          <p:nvPr/>
        </p:nvSpPr>
        <p:spPr>
          <a:xfrm>
            <a:off x="1486251" y="144167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3BF792E-4BB9-5813-0A8F-0FCB27CEC71A}"/>
              </a:ext>
            </a:extLst>
          </p:cNvPr>
          <p:cNvSpPr/>
          <p:nvPr/>
        </p:nvSpPr>
        <p:spPr>
          <a:xfrm>
            <a:off x="1498209" y="2437494"/>
            <a:ext cx="17007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KPI Overview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cards: Total Revenue, Order Count, Avg Order Value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Revenue trend 2013 vs 2014 (use SAMEPERIODLASTYEAR series)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slicer + Country slicer</a:t>
            </a:r>
            <a:endParaRPr lang="en-US" sz="11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01A2DF7F-C738-82F3-589D-94DAD0D0E0E8}"/>
              </a:ext>
            </a:extLst>
          </p:cNvPr>
          <p:cNvSpPr/>
          <p:nvPr/>
        </p:nvSpPr>
        <p:spPr>
          <a:xfrm>
            <a:off x="3527825" y="1296166"/>
            <a:ext cx="1700784" cy="3258782"/>
          </a:xfrm>
          <a:prstGeom prst="rect">
            <a:avLst/>
          </a:prstGeom>
          <a:solidFill>
            <a:srgbClr val="1A1F3A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BFB22829-62DD-A8D8-B071-A5A247611E63}"/>
              </a:ext>
            </a:extLst>
          </p:cNvPr>
          <p:cNvSpPr/>
          <p:nvPr/>
        </p:nvSpPr>
        <p:spPr>
          <a:xfrm>
            <a:off x="3682570" y="1426821"/>
            <a:ext cx="256032" cy="256032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E646031-A40B-7C0F-94BF-52257C40A1B0}"/>
              </a:ext>
            </a:extLst>
          </p:cNvPr>
          <p:cNvSpPr/>
          <p:nvPr/>
        </p:nvSpPr>
        <p:spPr>
          <a:xfrm>
            <a:off x="3682570" y="142682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71B2656-667D-9FF9-4C93-2E294CA93585}"/>
              </a:ext>
            </a:extLst>
          </p:cNvPr>
          <p:cNvSpPr/>
          <p:nvPr/>
        </p:nvSpPr>
        <p:spPr>
          <a:xfrm>
            <a:off x="5726254" y="1448359"/>
            <a:ext cx="256032" cy="256032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859E5CB5-F1B6-155D-1B42-C971DE4D66BE}"/>
              </a:ext>
            </a:extLst>
          </p:cNvPr>
          <p:cNvSpPr/>
          <p:nvPr/>
        </p:nvSpPr>
        <p:spPr>
          <a:xfrm>
            <a:off x="5726254" y="144273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CD7F5FC-06C5-CF2A-DDE2-1A8E83C37C36}"/>
              </a:ext>
            </a:extLst>
          </p:cNvPr>
          <p:cNvSpPr/>
          <p:nvPr/>
        </p:nvSpPr>
        <p:spPr>
          <a:xfrm>
            <a:off x="3527825" y="2490338"/>
            <a:ext cx="17007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Customer Segmentation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City vs Year with Revenue — apply colour scale CF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High Value Flag measure in a slicer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% of Total column next to Revenue in the matrix</a:t>
            </a:r>
            <a:endParaRPr lang="en-US" sz="110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D3042DDF-BCAB-A614-E2A1-E71639455515}"/>
              </a:ext>
            </a:extLst>
          </p:cNvPr>
          <p:cNvSpPr/>
          <p:nvPr/>
        </p:nvSpPr>
        <p:spPr>
          <a:xfrm>
            <a:off x="5621449" y="2165635"/>
            <a:ext cx="17007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Publish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insight titles on all charts (not just axis labels)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bookmark nav bar across all 2 pages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set data source + share link with instructor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95646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CD40B-9278-68CF-EE9F-A42113120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">
            <a:extLst>
              <a:ext uri="{FF2B5EF4-FFF2-40B4-BE49-F238E27FC236}">
                <a16:creationId xmlns:a16="http://schemas.microsoft.com/office/drawing/2014/main" id="{5F0E8C8A-3CC5-E399-CD8B-9F6D1E784796}"/>
              </a:ext>
            </a:extLst>
          </p:cNvPr>
          <p:cNvSpPr/>
          <p:nvPr/>
        </p:nvSpPr>
        <p:spPr>
          <a:xfrm>
            <a:off x="294132" y="58674"/>
            <a:ext cx="3989832" cy="3646932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A867097-BB0D-B35F-F59E-7F69E2C37D86}"/>
              </a:ext>
            </a:extLst>
          </p:cNvPr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419884B-BA2D-A9B3-3242-0D8F5B215A47}"/>
              </a:ext>
            </a:extLst>
          </p:cNvPr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CABE0AE-1ECD-A77F-A8E0-E095D23E244B}"/>
              </a:ext>
            </a:extLst>
          </p:cNvPr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1409586-F14D-38C2-08D3-82F6170661E1}"/>
              </a:ext>
            </a:extLst>
          </p:cNvPr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C6A1B80-0255-46F0-1192-374FA8F46B89}"/>
              </a:ext>
            </a:extLst>
          </p:cNvPr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5F6955C-B6B3-EDCA-606C-D933EC3BF3E1}"/>
              </a:ext>
            </a:extLst>
          </p:cNvPr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A435AC3-738D-2590-9796-DDF41C5E97CD}"/>
              </a:ext>
            </a:extLst>
          </p:cNvPr>
          <p:cNvSpPr/>
          <p:nvPr/>
        </p:nvSpPr>
        <p:spPr>
          <a:xfrm>
            <a:off x="502920" y="563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🧠</a:t>
            </a:r>
            <a:endParaRPr lang="en-US" sz="52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B2DC312-2010-9616-2EF7-1EF1536B0569}"/>
              </a:ext>
            </a:extLst>
          </p:cNvPr>
          <p:cNvSpPr/>
          <p:nvPr/>
        </p:nvSpPr>
        <p:spPr>
          <a:xfrm>
            <a:off x="320040" y="1569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4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B4A16C-7800-41AC-C7EE-534367FD70E5}"/>
              </a:ext>
            </a:extLst>
          </p:cNvPr>
          <p:cNvSpPr/>
          <p:nvPr/>
        </p:nvSpPr>
        <p:spPr>
          <a:xfrm>
            <a:off x="320040" y="2255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 – 4 Recap</a:t>
            </a:r>
            <a:endParaRPr lang="en-US" sz="22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45EED58-1025-4EE2-986D-324D16A5FFFE}"/>
              </a:ext>
            </a:extLst>
          </p:cNvPr>
          <p:cNvSpPr/>
          <p:nvPr/>
        </p:nvSpPr>
        <p:spPr>
          <a:xfrm>
            <a:off x="320040" y="3261360"/>
            <a:ext cx="2788920" cy="1417320"/>
          </a:xfrm>
          <a:prstGeom prst="rect">
            <a:avLst/>
          </a:prstGeom>
          <a:solidFill>
            <a:srgbClr val="2C3257"/>
          </a:solidFill>
          <a:ln w="12700">
            <a:solidFill>
              <a:srgbClr val="3DBFB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A33D2C67-82EB-7FEB-6061-0EF682F54BFA}"/>
              </a:ext>
            </a:extLst>
          </p:cNvPr>
          <p:cNvSpPr/>
          <p:nvPr/>
        </p:nvSpPr>
        <p:spPr>
          <a:xfrm>
            <a:off x="320040" y="3261360"/>
            <a:ext cx="2788920" cy="9144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6B98F47-99C6-895E-3528-DF00504AF4A6}"/>
              </a:ext>
            </a:extLst>
          </p:cNvPr>
          <p:cNvSpPr/>
          <p:nvPr/>
        </p:nvSpPr>
        <p:spPr>
          <a:xfrm>
            <a:off x="429768" y="34168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6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FF572AF-4D9C-B525-A143-36559DC0765E}"/>
              </a:ext>
            </a:extLst>
          </p:cNvPr>
          <p:cNvSpPr/>
          <p:nvPr/>
        </p:nvSpPr>
        <p:spPr>
          <a:xfrm>
            <a:off x="429768" y="38191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&amp; Data Loading</a:t>
            </a:r>
            <a:endParaRPr lang="en-US" sz="11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3023A3A5-3FB6-DA22-875A-0930B9AE8CF6}"/>
              </a:ext>
            </a:extLst>
          </p:cNvPr>
          <p:cNvSpPr/>
          <p:nvPr/>
        </p:nvSpPr>
        <p:spPr>
          <a:xfrm>
            <a:off x="3246120" y="3261360"/>
            <a:ext cx="2788920" cy="1417320"/>
          </a:xfrm>
          <a:prstGeom prst="rect">
            <a:avLst/>
          </a:prstGeom>
          <a:solidFill>
            <a:srgbClr val="2C3257"/>
          </a:solidFill>
          <a:ln w="12700">
            <a:solidFill>
              <a:srgbClr val="F562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7BD3EDD-2658-638B-66BB-DD573FE795B0}"/>
              </a:ext>
            </a:extLst>
          </p:cNvPr>
          <p:cNvSpPr/>
          <p:nvPr/>
        </p:nvSpPr>
        <p:spPr>
          <a:xfrm>
            <a:off x="3246120" y="3261360"/>
            <a:ext cx="2788920" cy="9144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56CBEAE-6E41-55B2-1385-5E641A9EA5C6}"/>
              </a:ext>
            </a:extLst>
          </p:cNvPr>
          <p:cNvSpPr/>
          <p:nvPr/>
        </p:nvSpPr>
        <p:spPr>
          <a:xfrm>
            <a:off x="3355848" y="34168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6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B5B646A-9279-9ADE-7B62-81046F3CCE8B}"/>
              </a:ext>
            </a:extLst>
          </p:cNvPr>
          <p:cNvSpPr/>
          <p:nvPr/>
        </p:nvSpPr>
        <p:spPr>
          <a:xfrm>
            <a:off x="3355848" y="38191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50F05AB-2E1E-65D7-2C27-46B0BF6B0CE3}"/>
              </a:ext>
            </a:extLst>
          </p:cNvPr>
          <p:cNvSpPr/>
          <p:nvPr/>
        </p:nvSpPr>
        <p:spPr>
          <a:xfrm>
            <a:off x="6172200" y="3261360"/>
            <a:ext cx="2788920" cy="1417320"/>
          </a:xfrm>
          <a:prstGeom prst="rect">
            <a:avLst/>
          </a:prstGeom>
          <a:solidFill>
            <a:srgbClr val="2C3257"/>
          </a:solidFill>
          <a:ln w="12700">
            <a:solidFill>
              <a:srgbClr val="8E44A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ADC4A632-77C9-8B40-4188-8CD07E194A87}"/>
              </a:ext>
            </a:extLst>
          </p:cNvPr>
          <p:cNvSpPr/>
          <p:nvPr/>
        </p:nvSpPr>
        <p:spPr>
          <a:xfrm>
            <a:off x="6172200" y="3261360"/>
            <a:ext cx="2788920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D3AAF04-1268-2C31-B104-21F85FB31753}"/>
              </a:ext>
            </a:extLst>
          </p:cNvPr>
          <p:cNvSpPr/>
          <p:nvPr/>
        </p:nvSpPr>
        <p:spPr>
          <a:xfrm>
            <a:off x="6281928" y="34168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6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90EFD8C7-0CA0-7D4F-5A81-B0EBBB13DDDC}"/>
              </a:ext>
            </a:extLst>
          </p:cNvPr>
          <p:cNvSpPr/>
          <p:nvPr/>
        </p:nvSpPr>
        <p:spPr>
          <a:xfrm>
            <a:off x="6281928" y="38191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DAX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061766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Intro &amp; Data Loading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containing order dates is showing as 'Text' data type. What is the most likely consequence?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Power BI handles it automatically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sort the column alphabetically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slicers and time intelligence DAX will not work correctly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will be deleted on refresh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Intro &amp; Data Loading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containing order dates is showing as 'Text' data type. What is the most likely consequence?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Power BI handles it automatically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sort the column alphabetically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slicers and time intelligence DAX will not work correctly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will be deleted on refresh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Wrong data type = wrong behaviour. A date stored as Text won't respond to date filters, hierarchy drill-downs, or any time intelligence DAX like TOTALYTD or SAMEPERIODLASTYEAR.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Intro &amp; Data Loading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importing an Excel file, Power BI recommends using named Tables rather than raw sheet ranges. Why?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tables load faster than ranges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tables automatically expand when new rows are added to the Excel file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tables remove the need for Power Query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tables prevent duplicate column names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Intro &amp; Data Loading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importing an Excel file, Power BI recommends using named Tables rather than raw sheet ranges. Why?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tables load faster than ranges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tables automatically expand when new rows are added to the Excel file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tables remove the need for Power Query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tables prevent duplicate column names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Named Excel Tables are dynamic — when you add rows, Power BI picks them up on the next refresh. Raw sheet ranges are static and require manual adjustment if the data grows.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Intro &amp; Data Loading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Cross-filtering do in Power BI?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imports data from multiple sources at once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value in one visual automatically filters all other visuals on the page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merges two tables using a shared column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highlights errors in your data model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Intro &amp; Data Loading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Cross-filtering do in Power BI?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imports data from multiple sources at once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value in one visual automatically filters all other visuals on the page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merges two tables using a shared column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highlights errors in your data model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Cross-filtering is the 'aha' moment of Power BI. Click a bar, map region or pie slice and every other visual on the page immediately filters to match — no setup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Power Query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column with values like '  London ' (with extra spaces). Which Power Query transform fixes this?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 → Text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Trim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 → Conditional Column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Remove Rows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Power Query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column with values like '  London ' (with extra spaces). Which Power Query transform fixes this?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 → 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Trim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 → Conditional Column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Remove Rows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Transform → Trim removes leading and trailing whitespace. This is one of the most common cleaning steps — '  London ' and 'London' look the same to humans but are different values to Power BI.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Power Query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CSV files with identical columns — one for 2023 data and one for 2024. You want a single combined table. Which Power Query operation should you use?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Queries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Queries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Columns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Power Query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CSV files with identical columns — one for 2023 data and one for 2024. You want a single combined table. Which Power Query operation should you use?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Queries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Queries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Columns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Append stacks rows on top of each other — perfect for combining datasets with identical columns across different time periods. Merge is for joining tables horizontally by a shared key (like a SQL JOIN).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Power Query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column containing 'North', 'north', 'NORTH' as values. After grouping by this column, Power BI shows 3 separate groups. What should you do in Power Query?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Group By and enable case-insensitive mode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Capitalize Each Word, then Transform → Trim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Lowercase (or Uppercase) to standardise the casing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conditional column to map each variant manually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6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Power Query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F5623B"/>
          </a:solidFill>
          <a:ln w="12700">
            <a:solidFill>
              <a:srgbClr val="F56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column containing 'North', 'north', 'NORTH' as values. After grouping by this column, Power BI shows 3 separate groups. What should you do in Power Query?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Group By and enable case-insensitive mode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Capitalize Each Word, then Transform → Trim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Lowercase (or Uppercase) to standardise the casing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conditional column to map each variant manually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Power BI is case-sensitive during grouping. Applying Transform → Lowercase (or Uppercase) to the column first ensures all three variants become 'north' before grouping, so they correctly merge into one group.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Data Model &amp; DAX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relationship type between an Orders table and a Customers table, where each order belongs to one customer but a customer can have many orders?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(*:*) from Orders to Customers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(1:1) from Orders to Customers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(1:*) from Customers to Orders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(1:*) from Orders to Customers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Data Model &amp; DAX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relationship type between an Orders table and a Customers table, where each order belongs to one customer but a customer can have many orders?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(*:*) from Orders to Customers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(1:1) from Orders to Customers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(1:*) from Customers to Orders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(1:*) from Orders to Customers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'one' side is always the lookup/dimension table (Customers) and the 'many' side is the fact table (Orders). The arrow in Model View should point FROM Customers TO Orders, meaning one customer → many orders.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Data Model &amp; DAX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this measure: Total Revenue = SUM(Sales[TotalDue]). A colleague writes: Revenue Col = Sales[TotalDue] * 1 as a calculated column. What is the key difference?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produce the same result — there is no real difference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 is evaluated on demand per filter context; the calculated column stores a value for every row at refresh time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are more accurate than measures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cannot use SUM; they must use SUMX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Data Model &amp; DAX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this measure: Total Revenue = SUM(Sales[TotalDue]). A colleague writes: Revenue Col = Sales[TotalDue] * 1 as a calculated column. What is the key difference?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produce the same result — there is no real difference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 is evaluated on demand per filter context; the calculated column stores a value for every row at refresh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are more accurate than measures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cannot use SUM; they must use SUMX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Measures are dynamic — recalculated per visual, per slicer, per filter. Calculated columns are static — computed row-by-row at refresh and stored in RAM. Prefer measures for aggregations: they're flexible and don't bloat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Data Model &amp; DAX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need a separate Date Table in your Power BI model, rather than just using the date column from your Sales table?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requires a separate Date Table by law of the software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Date Table lets you add Year, Month, Quarter columns and enables all time intelligence DAX functions to work correctly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Date Table you cannot create relationships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 Table makes reports load faster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Data Model &amp; DAX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need a separate Date Table in your Power BI model, rather than just using the date column from your Sales table?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requires a separate Date Table by law of the software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Date Table lets you add Year, Month, Quarter columns and enables all time intelligence DAX functions to work correctly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Date Table you cannot create relationships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 Table makes reports load faster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Time intelligence functions like TOTALYTD, SAMEPERIODLASTYEAR, and DATEADD require a contiguous, unbroken date table marked as a Date Table. Your Sales dates may have gaps (weekends, no-order days) which breaks these calculations.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Data Model &amp; DAX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41248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DAX measure return?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= DIVIDE([Total Revenue], [Order Count], 0)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an error if Order Count is zero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2176272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2176272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BLANK() if Order Count is zero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0 if Order Count is zero, avoiding a divide-by-zero error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45152" y="3566160"/>
            <a:ext cx="4206240" cy="1234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C32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3566160"/>
            <a:ext cx="457200" cy="1234440"/>
          </a:xfrm>
          <a:prstGeom prst="rect">
            <a:avLst/>
          </a:prstGeom>
          <a:solidFill>
            <a:srgbClr val="2C3257"/>
          </a:solidFill>
          <a:ln w="12700">
            <a:solidFill>
              <a:srgbClr val="2C32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913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3792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divides Total Revenue by 0 to get infinity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64592" y="54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Data Model &amp; DAX  ·  Answer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0624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76656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88720" y="402336"/>
            <a:ext cx="128016" cy="1280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73152" cy="8046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5488" y="82296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DAX measure return?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= DIVIDE([Total Revenue], [Order Count], 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an error if Order Count is zero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71907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45152" y="171907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5152" y="19933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93792" y="181051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BLANK() if Order Count is zero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06240" cy="105156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45720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0 if Order Count is zero, avoiding a divide-by-zero error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2907792"/>
            <a:ext cx="4206240" cy="1051560"/>
          </a:xfrm>
          <a:prstGeom prst="rect">
            <a:avLst/>
          </a:prstGeom>
          <a:solidFill>
            <a:srgbClr val="12152A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45152" y="2907792"/>
            <a:ext cx="457200" cy="1051560"/>
          </a:xfrm>
          <a:prstGeom prst="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45152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29992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divides Total Revenue by 0 to get infinity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95360" cy="914400"/>
          </a:xfrm>
          <a:prstGeom prst="rect">
            <a:avLst/>
          </a:prstGeom>
          <a:solidFill>
            <a:srgbClr val="0D332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4169664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DIVIDE(numerator, denominator, alternate_result) is Power BI's safe division function. The third argument (0 here) is returned whenever the denominator is zero or blank — preventing the dreaded 'division by zero' error in your visuals.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ready to: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7772400" cy="1697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profile and clean any dataset using Power Query EDA tools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data source paths — a real-world day-2 skill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star-schema model with a proper Date Table and correct relationships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DAX: SUM, SUMX, CALCULATE, DIVIDE, DISTINCTCOUNT, IF, RANKX, TOTALYTD, SAMEPERIODLASTYEAR</a:t>
            </a: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interactive, insight-driven dashboard with slicers, drill-through and AI features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Service, share with colleagues and view on mobile</a:t>
            </a:r>
            <a:endParaRPr lang="en-US" sz="14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43DD8C26-F3A0-CDB5-FC81-5B44028B6A49}"/>
              </a:ext>
            </a:extLst>
          </p:cNvPr>
          <p:cNvSpPr/>
          <p:nvPr/>
        </p:nvSpPr>
        <p:spPr>
          <a:xfrm>
            <a:off x="685800" y="2786106"/>
            <a:ext cx="3749040" cy="347472"/>
          </a:xfrm>
          <a:prstGeom prst="rect">
            <a:avLst/>
          </a:prstGeom>
          <a:solidFill>
            <a:srgbClr val="3DBFB8"/>
          </a:solidFill>
          <a:ln w="12700">
            <a:solidFill>
              <a:srgbClr val="3DBF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2D2AA006-CD28-C38A-08D7-CCB851186689}"/>
              </a:ext>
            </a:extLst>
          </p:cNvPr>
          <p:cNvSpPr/>
          <p:nvPr/>
        </p:nvSpPr>
        <p:spPr>
          <a:xfrm>
            <a:off x="777240" y="280439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Key Resources</a:t>
            </a:r>
            <a:endParaRPr lang="en-US" sz="120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7A5AD40E-1AE8-B2B1-4D31-9D227E0C6109}"/>
              </a:ext>
            </a:extLst>
          </p:cNvPr>
          <p:cNvSpPr/>
          <p:nvPr/>
        </p:nvSpPr>
        <p:spPr>
          <a:xfrm>
            <a:off x="777240" y="321587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Microsoft Learn (free)</a:t>
            </a:r>
            <a:endParaRPr lang="en-US" sz="1000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4043C1D2-17DD-A826-E2E4-6998328978B3}"/>
              </a:ext>
            </a:extLst>
          </p:cNvPr>
          <p:cNvSpPr/>
          <p:nvPr/>
        </p:nvSpPr>
        <p:spPr>
          <a:xfrm>
            <a:off x="2807208" y="321587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learn.microsoft.com/power-bi</a:t>
            </a:r>
            <a:endParaRPr lang="en-US" sz="850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7A38E7FA-4766-09FD-96D5-78713C49EB7D}"/>
              </a:ext>
            </a:extLst>
          </p:cNvPr>
          <p:cNvSpPr/>
          <p:nvPr/>
        </p:nvSpPr>
        <p:spPr>
          <a:xfrm>
            <a:off x="777240" y="350848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DAX Reference</a:t>
            </a:r>
            <a:endParaRPr lang="en-US" sz="10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EFCFC093-69A7-8960-DFC1-79D0C61E5FAA}"/>
              </a:ext>
            </a:extLst>
          </p:cNvPr>
          <p:cNvSpPr/>
          <p:nvPr/>
        </p:nvSpPr>
        <p:spPr>
          <a:xfrm>
            <a:off x="2807208" y="350848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dax.guide</a:t>
            </a:r>
            <a:endParaRPr lang="en-US" sz="850" dirty="0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4893AE62-D8EA-16FD-8677-4DF5D2A0228F}"/>
              </a:ext>
            </a:extLst>
          </p:cNvPr>
          <p:cNvSpPr/>
          <p:nvPr/>
        </p:nvSpPr>
        <p:spPr>
          <a:xfrm>
            <a:off x="777240" y="380109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SQLBI (DAX deep dives)</a:t>
            </a:r>
            <a:endParaRPr lang="en-US" sz="1000" dirty="0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681B652D-A9DA-B1CC-1029-F09D63D464C3}"/>
              </a:ext>
            </a:extLst>
          </p:cNvPr>
          <p:cNvSpPr/>
          <p:nvPr/>
        </p:nvSpPr>
        <p:spPr>
          <a:xfrm>
            <a:off x="2807208" y="380109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sqlbi.com/articles</a:t>
            </a:r>
            <a:endParaRPr lang="en-US" sz="85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DEEE4750-DE7B-2EE2-F515-E3F185325E22}"/>
              </a:ext>
            </a:extLst>
          </p:cNvPr>
          <p:cNvSpPr/>
          <p:nvPr/>
        </p:nvSpPr>
        <p:spPr>
          <a:xfrm>
            <a:off x="777240" y="409369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Power BI Community Forum</a:t>
            </a:r>
            <a:endParaRPr lang="en-US" sz="1000" dirty="0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5ED2CD85-46AE-0E44-53AA-D292651A018C}"/>
              </a:ext>
            </a:extLst>
          </p:cNvPr>
          <p:cNvSpPr/>
          <p:nvPr/>
        </p:nvSpPr>
        <p:spPr>
          <a:xfrm>
            <a:off x="2807208" y="409369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community.powerbi.com</a:t>
            </a:r>
            <a:endParaRPr lang="en-US" sz="850" dirty="0"/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95665541-2255-F4AA-01E0-5187FC08F468}"/>
              </a:ext>
            </a:extLst>
          </p:cNvPr>
          <p:cNvSpPr/>
          <p:nvPr/>
        </p:nvSpPr>
        <p:spPr>
          <a:xfrm>
            <a:off x="777240" y="438630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Guy in a Cube (YouTube)</a:t>
            </a:r>
            <a:endParaRPr lang="en-US" sz="1000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98627ACC-D6A8-3C44-2B2D-3F845939868F}"/>
              </a:ext>
            </a:extLst>
          </p:cNvPr>
          <p:cNvSpPr/>
          <p:nvPr/>
        </p:nvSpPr>
        <p:spPr>
          <a:xfrm>
            <a:off x="2807208" y="438630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youtube.com/@GuyInACube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658</TotalTime>
  <Words>7150</Words>
  <Application>Microsoft Office PowerPoint</Application>
  <PresentationFormat>On-screen Show (16:9)</PresentationFormat>
  <Paragraphs>1040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— 4-Session Course</dc:title>
  <dc:subject>PptxGenJS Presentation</dc:subject>
  <dc:creator>PptxGenJS</dc:creator>
  <cp:lastModifiedBy>Vaiva Lilionyte</cp:lastModifiedBy>
  <cp:revision>10</cp:revision>
  <dcterms:created xsi:type="dcterms:W3CDTF">2026-04-20T09:21:41Z</dcterms:created>
  <dcterms:modified xsi:type="dcterms:W3CDTF">2026-05-19T10:26:50Z</dcterms:modified>
</cp:coreProperties>
</file>