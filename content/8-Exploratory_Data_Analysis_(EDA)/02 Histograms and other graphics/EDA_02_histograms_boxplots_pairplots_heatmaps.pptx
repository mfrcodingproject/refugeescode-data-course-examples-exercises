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002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365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EDA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📊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74320" y="3017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C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18872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Heatmaps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566160" y="4480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 For Refugees · Data Analytics Program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mindset shift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visualising data → to interrogating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3291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3840480" cy="502920"/>
          </a:xfrm>
          <a:prstGeom prst="rect">
            <a:avLst/>
          </a:prstGeom>
          <a:solidFill>
            <a:srgbClr val="1B6CA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represent this data?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4144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charts to present results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0837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chart type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7530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visualisation clear and attractive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4206240" cy="3291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188720"/>
            <a:ext cx="420624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874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data telling me?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4414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charts to generate hypotheses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00837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views of the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357530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and anomalies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are not the destination — they are the map to get to the insight.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in EDA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shapes you need to recognise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0233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Symmetric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36776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Evenly distributed around the mean.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≈ Median.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02336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307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636776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towards high values.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&gt; Median.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023360" cy="1097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2278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Left-skewed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557016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towards low values.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&gt; Mean.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3063240"/>
            <a:ext cx="402336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32278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557016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peaks: possibly two mixed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populations. Investigate.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Key question: Does this distribution seem reasonable for this data? Is anything unexpected?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Histogram: Mean vs. Median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distorts the mean — the median is more robust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right skew: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</a:t>
            </a: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values pull the mean upward.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146304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the median?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627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 and wages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1214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with outliers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3682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8412480" cy="16459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907792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 — Superstore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27355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sales: </a:t>
            </a: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$229  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Median: </a:t>
            </a: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76732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is 4× above the median. Reporting the mean as the "typical sale" would be misleading.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information in less space than a histogram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1234440"/>
            <a:ext cx="0" cy="50292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663440" y="3108960"/>
            <a:ext cx="0" cy="50292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51960" y="1234440"/>
            <a:ext cx="82296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77868" y="3627119"/>
            <a:ext cx="82296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0" y="1737360"/>
            <a:ext cx="1645920" cy="1371600"/>
          </a:xfrm>
          <a:prstGeom prst="rect">
            <a:avLst/>
          </a:prstGeom>
          <a:solidFill>
            <a:srgbClr val="CCEDE9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0" y="2354580"/>
            <a:ext cx="164592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1014" y="3745991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98264" y="4457699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1887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value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30752" y="1325880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6916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(75%)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30752" y="1828800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2585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(Q2)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30752" y="2395728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28529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(25%)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30752" y="2990088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" y="3936491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value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94760" y="4073651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9768" y="4302251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 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94760" y="4439411"/>
            <a:ext cx="1097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77840" y="20574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2359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Q3−Q1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" y="3954779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" y="4046219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2688" y="4027931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group has the highest median?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06040" y="3954779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51760" y="4046219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↔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108960" y="4027931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group is most variable (large box)?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82312" y="3954779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28032" y="4046219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85232" y="4027931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outliers? How many?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58584" y="3954779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04304" y="4046219"/>
            <a:ext cx="411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⤴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461504" y="4027931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distribution skewed?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75945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Whiskers extend to 1.5 × IQR. Points beyond that range = outliers.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Pairplot: multivariate exploration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possible scatter plots in a single figure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show?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distribution of each variable (KDE or histogram)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Off-diagonal: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scatter plot between each pair of variables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(hue):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groups within each scatter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520440"/>
            <a:ext cx="4114800" cy="13716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593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9593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start of EDA, for a quick overview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068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pairs that deserve deeper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90872" y="116586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for?</a:t>
            </a:r>
            <a:endParaRPr lang="en-US" sz="1400" dirty="0"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89840EBC-334F-0437-3337-02648F8D6B52}"/>
              </a:ext>
            </a:extLst>
          </p:cNvPr>
          <p:cNvGrpSpPr/>
          <p:nvPr/>
        </p:nvGrpSpPr>
        <p:grpSpPr>
          <a:xfrm>
            <a:off x="4846320" y="1472184"/>
            <a:ext cx="3749040" cy="1965960"/>
            <a:chOff x="4846320" y="1691640"/>
            <a:chExt cx="3749040" cy="1965960"/>
          </a:xfrm>
        </p:grpSpPr>
        <p:sp>
          <p:nvSpPr>
            <p:cNvPr id="16" name="Text 14"/>
            <p:cNvSpPr/>
            <p:nvPr/>
          </p:nvSpPr>
          <p:spPr>
            <a:xfrm>
              <a:off x="4846320" y="169164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Diagonal cloud → positive correlation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846320" y="219456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Anti-diagonal cloud → negative correlation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846320" y="269748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Colour clusters → distinct groups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846320" y="3200400"/>
              <a:ext cx="3749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</a:t>
              </a: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Isolated points → possible outliers</a:t>
              </a:r>
              <a:endParaRPr lang="en-US" sz="1200" dirty="0"/>
            </a:p>
          </p:txBody>
        </p:sp>
      </p:grpSp>
      <p:sp>
        <p:nvSpPr>
          <p:cNvPr id="20" name="Shape 18"/>
          <p:cNvSpPr/>
          <p:nvPr/>
        </p:nvSpPr>
        <p:spPr>
          <a:xfrm>
            <a:off x="4663440" y="3520440"/>
            <a:ext cx="4114800" cy="137160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3593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Important limitation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95935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many variables the pairplot becomes unreadable. Use a subset of 4–6 relevant variables.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63600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sns.pairplot(df[cols], hue='Category', diag_kind='kde', plot_kws={'alpha': 0.4})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relationships between variables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scale (r)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320040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733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+0.7 a +1.0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16733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320040" cy="4114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+0.3 a +0.7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31720" y="2240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32004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8072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−0.3 a +0.3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28072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or none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328416"/>
            <a:ext cx="320040" cy="4114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37413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−0.3 a −0.7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1720" y="33741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negative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32004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9410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−0.7 a −1.0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394106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negative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171956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heatmap?</a:t>
            </a:r>
            <a:endParaRPr lang="en-US" sz="1400" dirty="0"/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5B336714-8A2C-988F-F0E3-FDB855877E22}"/>
              </a:ext>
            </a:extLst>
          </p:cNvPr>
          <p:cNvGrpSpPr/>
          <p:nvPr/>
        </p:nvGrpSpPr>
        <p:grpSpPr>
          <a:xfrm>
            <a:off x="4736592" y="1540764"/>
            <a:ext cx="3779520" cy="1876044"/>
            <a:chOff x="4846320" y="1684020"/>
            <a:chExt cx="3779520" cy="1876044"/>
          </a:xfrm>
        </p:grpSpPr>
        <p:sp>
          <p:nvSpPr>
            <p:cNvPr id="23" name="Text 21"/>
            <p:cNvSpPr/>
            <p:nvPr/>
          </p:nvSpPr>
          <p:spPr>
            <a:xfrm>
              <a:off x="4846320" y="1684020"/>
              <a:ext cx="3749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🔴  Deep red → strong positive correlation</a:t>
              </a:r>
              <a:endParaRPr lang="en-US" sz="12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4846320" y="2093976"/>
              <a:ext cx="3749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🔵  Deep blue → strong negative correlation</a:t>
              </a:r>
              <a:endParaRPr lang="en-US" sz="1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846320" y="2468880"/>
              <a:ext cx="3749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⬜  White/grey → little or no correlation</a:t>
              </a:r>
              <a:endParaRPr lang="en-US" sz="12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876800" y="2891028"/>
              <a:ext cx="3749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▦  Diagonal = always 1.0 (variable with itself)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861560" y="3194304"/>
              <a:ext cx="374904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↔  The matrix is symmetric</a:t>
              </a:r>
              <a:endParaRPr lang="en-US" sz="1200" dirty="0"/>
            </a:p>
          </p:txBody>
        </p:sp>
      </p:grpSp>
      <p:sp>
        <p:nvSpPr>
          <p:cNvPr id="28" name="Shape 26"/>
          <p:cNvSpPr/>
          <p:nvPr/>
        </p:nvSpPr>
        <p:spPr>
          <a:xfrm>
            <a:off x="4663440" y="3611880"/>
            <a:ext cx="4114800" cy="1280160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36850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Correlation ≠ Causation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9776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variables correlating does not mean one causes the other. Always look for alternative explanations.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462272"/>
            <a:ext cx="40233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480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 = df.corr()
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sns.heatmap(corr, annot=True, cmap='coolwarm', vmin=-1, vmax=1)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EDA workflow in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tools work together, not in isolation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" y="13258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9476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each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distributed?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2578608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128016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548640" cy="5486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06040" y="19476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23774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differences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groups?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2578608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128016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4924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19476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3774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pairs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seem related?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29400" y="2578608"/>
            <a:ext cx="16459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12280" y="128016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98080" y="1325880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980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03720" y="19476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237744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 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relationship?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977640"/>
            <a:ext cx="8412480" cy="960120"/>
          </a:xfrm>
          <a:prstGeom prst="rect">
            <a:avLst/>
          </a:prstGeom>
          <a:solidFill>
            <a:srgbClr val="E6F7F4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97680" y="3794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⬇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" y="424586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828800" y="4050792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hypotheses about the data, with visual and statistical evidence, that guide the next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a superficial analysis from a rigorous 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Correlation = Causation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frequent and most dangerous error in data analysis.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280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Ignoring the scale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645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histograms can look the same with different axes.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Pairplot with too many variables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6 variables make it unreadable. Select the relevant ones.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42316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2514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Assuming r=0 means independence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880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Pearson coefficient only measures linear relationships.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Boxplot flattened by extreme outliers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114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zoom + mention outliers separately.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65760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3749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One single chart as a conclusion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4114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combine multiple perspectives before concluding.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103120" cy="594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06040" y="150876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a variable's distribution. Read the skew.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21992"/>
            <a:ext cx="2103120" cy="594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22199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Boxplot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06040" y="2313432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groups. Detect outliers. Use hue to add dimensions.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26664"/>
            <a:ext cx="2103120" cy="594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3026664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Pairplot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3118104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relationships. First step of multivariate exploration.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831336"/>
            <a:ext cx="2103120" cy="594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831336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06040" y="392277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correlations. Identifies which variables to investigate.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EDA is not to make charts — it is to generate hypotheses.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871</Words>
  <Application>Microsoft Office PowerPoint</Application>
  <PresentationFormat>Presentación en pantalla (16:9)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— Histograms, Boxplots, Pairplots y Heatmaps</dc:title>
  <dc:subject>PptxGenJS Presentation</dc:subject>
  <dc:creator>PptxGenJS</dc:creator>
  <cp:lastModifiedBy>Berrone, Pascual</cp:lastModifiedBy>
  <cp:revision>7</cp:revision>
  <dcterms:created xsi:type="dcterms:W3CDTF">2026-04-16T08:45:02Z</dcterms:created>
  <dcterms:modified xsi:type="dcterms:W3CDTF">2026-05-08T11:14:12Z</dcterms:modified>
</cp:coreProperties>
</file>